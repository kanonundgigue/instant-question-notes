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b022103500740c8" /><Relationship Type="http://schemas.openxmlformats.org/officeDocument/2006/relationships/extended-properties" Target="/docProps/app.xml" Id="R720b6db90a574583" /><Relationship Type="http://schemas.openxmlformats.org/officeDocument/2006/relationships/officeDocument" Target="/ppt/presentation.xml" Id="R72c693291ad94c59" /></Relationships>
</file>

<file path=ppt/presentation.xml><?xml version="1.0" encoding="utf-8"?>
<p:presentation xmlns:p="http://schemas.openxmlformats.org/presentationml/2006/main">
  <p:sldMasterIdLst>
    <p:sldMasterId xmlns:r="http://schemas.openxmlformats.org/officeDocument/2006/relationships" id="2147483648" r:id="R9ffc0b8f90b0472f"/>
  </p:sldMasterIdLst>
  <p:notesMasterIdLst>
    <p:notesMasterId xmlns:r="http://schemas.openxmlformats.org/officeDocument/2006/relationships" r:id="R9e711b9b73a54a89"/>
  </p:notesMasterIdLst>
  <p:sldIdLst>
    <p:sldId xmlns:r="http://schemas.openxmlformats.org/officeDocument/2006/relationships" id="256" r:id="Rbfdc9e1e111940be"/>
    <p:sldId xmlns:r="http://schemas.openxmlformats.org/officeDocument/2006/relationships" id="257" r:id="Rd28716d001864c3c"/>
    <p:sldId xmlns:r="http://schemas.openxmlformats.org/officeDocument/2006/relationships" id="258" r:id="R9094bb8412104d04"/>
    <p:sldId xmlns:r="http://schemas.openxmlformats.org/officeDocument/2006/relationships" id="259" r:id="Rf87678762d434879"/>
    <p:sldId xmlns:r="http://schemas.openxmlformats.org/officeDocument/2006/relationships" id="260" r:id="Rf03a6873f5464b1a"/>
    <p:sldId xmlns:r="http://schemas.openxmlformats.org/officeDocument/2006/relationships" id="261" r:id="R805819f6e84546a4"/>
    <p:sldId xmlns:r="http://schemas.openxmlformats.org/officeDocument/2006/relationships" id="262" r:id="R5ddec20ea800471e"/>
    <p:sldId xmlns:r="http://schemas.openxmlformats.org/officeDocument/2006/relationships" id="263" r:id="Rfbf6e9f4c3544f9c"/>
    <p:sldId xmlns:r="http://schemas.openxmlformats.org/officeDocument/2006/relationships" id="264" r:id="R06516db468884db0"/>
    <p:sldId xmlns:r="http://schemas.openxmlformats.org/officeDocument/2006/relationships" id="265" r:id="R6d26809e6c244b70"/>
    <p:sldId xmlns:r="http://schemas.openxmlformats.org/officeDocument/2006/relationships" id="266" r:id="Rff0e75c56a9246e4"/>
    <p:sldId xmlns:r="http://schemas.openxmlformats.org/officeDocument/2006/relationships" id="267" r:id="R692d65a89c234b60"/>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e36ef79003d4518" /><Relationship Type="http://schemas.openxmlformats.org/officeDocument/2006/relationships/slideMaster" Target="/ppt/slideMasters/slideMaster1.xml" Id="R9ffc0b8f90b0472f" /><Relationship Type="http://schemas.openxmlformats.org/officeDocument/2006/relationships/notesMaster" Target="/ppt/notesMasters/notesMaster1.xml" Id="R9e711b9b73a54a89" /><Relationship Type="http://schemas.openxmlformats.org/officeDocument/2006/relationships/presProps" Target="/ppt/presProps.xml" Id="R652a553dc702447c" /><Relationship Type="http://schemas.openxmlformats.org/officeDocument/2006/relationships/viewProps" Target="/ppt/viewProps.xml" Id="Ra126de12a13f4113" /><Relationship Type="http://schemas.openxmlformats.org/officeDocument/2006/relationships/tableStyles" Target="/ppt/tableStyles.xml" Id="R4c830ca055204978" /><Relationship Type="http://schemas.openxmlformats.org/officeDocument/2006/relationships/slide" Target="/ppt/slides/slide1.xml" Id="Rbfdc9e1e111940be" /><Relationship Type="http://schemas.openxmlformats.org/officeDocument/2006/relationships/slide" Target="/ppt/slides/slide2.xml" Id="Rd28716d001864c3c" /><Relationship Type="http://schemas.openxmlformats.org/officeDocument/2006/relationships/slide" Target="/ppt/slides/slide3.xml" Id="R9094bb8412104d04" /><Relationship Type="http://schemas.openxmlformats.org/officeDocument/2006/relationships/slide" Target="/ppt/slides/slide4.xml" Id="Rf87678762d434879" /><Relationship Type="http://schemas.openxmlformats.org/officeDocument/2006/relationships/slide" Target="/ppt/slides/slide5.xml" Id="Rf03a6873f5464b1a" /><Relationship Type="http://schemas.openxmlformats.org/officeDocument/2006/relationships/slide" Target="/ppt/slides/slide6.xml" Id="R805819f6e84546a4" /><Relationship Type="http://schemas.openxmlformats.org/officeDocument/2006/relationships/slide" Target="/ppt/slides/slide7.xml" Id="R5ddec20ea800471e" /><Relationship Type="http://schemas.openxmlformats.org/officeDocument/2006/relationships/slide" Target="/ppt/slides/slide8.xml" Id="Rfbf6e9f4c3544f9c" /><Relationship Type="http://schemas.openxmlformats.org/officeDocument/2006/relationships/slide" Target="/ppt/slides/slide9.xml" Id="R06516db468884db0" /><Relationship Type="http://schemas.openxmlformats.org/officeDocument/2006/relationships/slide" Target="/ppt/slides/slide10.xml" Id="R6d26809e6c244b70" /><Relationship Type="http://schemas.openxmlformats.org/officeDocument/2006/relationships/slide" Target="/ppt/slides/slide11.xml" Id="Rff0e75c56a9246e4" /><Relationship Type="http://schemas.openxmlformats.org/officeDocument/2006/relationships/slide" Target="/ppt/slides/slide12.xml" Id="R692d65a89c234b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5e4d093b6434f5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6e4e0aefbd40ab" /><Relationship Type="http://schemas.openxmlformats.org/officeDocument/2006/relationships/notesMaster" Target="/ppt/notesMasters/notesMaster1.xml" Id="R1016844d8861486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8871c92e9514211" /><Relationship Type="http://schemas.openxmlformats.org/officeDocument/2006/relationships/notesMaster" Target="/ppt/notesMasters/notesMaster1.xml" Id="Ra852ca5b67a940a4" /></Relationships>
</file>

<file path=ppt/notesSlides/_rels/notesSlide3.xml.rels>&#65279;<?xml version="1.0" encoding="utf-8"?><Relationships xmlns="http://schemas.openxmlformats.org/package/2006/relationships"><Relationship Type="http://schemas.openxmlformats.org/officeDocument/2006/relationships/slide" Target="/ppt/slides/slide3.xml" Id="Rebccae24bf5640c3" /><Relationship Type="http://schemas.openxmlformats.org/officeDocument/2006/relationships/notesMaster" Target="/ppt/notesMasters/notesMaster1.xml" Id="R893a9386b0c44c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0208f4733574b3d" /><Relationship Type="http://schemas.openxmlformats.org/officeDocument/2006/relationships/notesMaster" Target="/ppt/notesMasters/notesMaster1.xml" Id="Rcd1353570a3f4599" /></Relationships>
</file>

<file path=ppt/notesSlides/_rels/notesSlide5.xml.rels>&#65279;<?xml version="1.0" encoding="utf-8"?><Relationships xmlns="http://schemas.openxmlformats.org/package/2006/relationships"><Relationship Type="http://schemas.openxmlformats.org/officeDocument/2006/relationships/slide" Target="/ppt/slides/slide5.xml" Id="Rab2c8de6e5164e47" /><Relationship Type="http://schemas.openxmlformats.org/officeDocument/2006/relationships/notesMaster" Target="/ppt/notesMasters/notesMaster1.xml" Id="Rfe3902c469cc4b6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6a1e37e3b644a17" /><Relationship Type="http://schemas.openxmlformats.org/officeDocument/2006/relationships/notesMaster" Target="/ppt/notesMasters/notesMaster1.xml" Id="R2baf590469404ba9" /></Relationships>
</file>

<file path=ppt/notesSlides/_rels/notesSlide7.xml.rels>&#65279;<?xml version="1.0" encoding="utf-8"?><Relationships xmlns="http://schemas.openxmlformats.org/package/2006/relationships"><Relationship Type="http://schemas.openxmlformats.org/officeDocument/2006/relationships/slide" Target="/ppt/slides/slide7.xml" Id="R55e8dd059bb647f6" /><Relationship Type="http://schemas.openxmlformats.org/officeDocument/2006/relationships/notesMaster" Target="/ppt/notesMasters/notesMaster1.xml" Id="R35feb155d6024eee" /></Relationships>
</file>

<file path=ppt/notesSlides/_rels/notesSlide8.xml.rels>&#65279;<?xml version="1.0" encoding="utf-8"?><Relationships xmlns="http://schemas.openxmlformats.org/package/2006/relationships"><Relationship Type="http://schemas.openxmlformats.org/officeDocument/2006/relationships/slide" Target="/ppt/slides/slide8.xml" Id="Rc4385a0abebe42ae" /><Relationship Type="http://schemas.openxmlformats.org/officeDocument/2006/relationships/notesMaster" Target="/ppt/notesMasters/notesMaster1.xml" Id="R043666e98a784e40" /></Relationships>
</file>

<file path=ppt/notesSlides/_rels/notesSlide9.xml.rels>&#65279;<?xml version="1.0" encoding="utf-8"?><Relationships xmlns="http://schemas.openxmlformats.org/package/2006/relationships"><Relationship Type="http://schemas.openxmlformats.org/officeDocument/2006/relationships/slide" Target="/ppt/slides/slide9.xml" Id="R8b928af1471547b2" /><Relationship Type="http://schemas.openxmlformats.org/officeDocument/2006/relationships/notesMaster" Target="/ppt/notesMasters/notesMaster1.xml" Id="R985cf0aeb0c1442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de5ca08c8de4c3f" /><Relationship Type="http://schemas.openxmlformats.org/officeDocument/2006/relationships/notesMaster" Target="/ppt/notesMasters/notesMaster1.xml" Id="R5473632079c1478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2374877b24d4b8f" /><Relationship Type="http://schemas.openxmlformats.org/officeDocument/2006/relationships/notesMaster" Target="/ppt/notesMasters/notesMaster1.xml" Id="Rd3d33dc04f83471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6099e30bc5f4f8e" /><Relationship Type="http://schemas.openxmlformats.org/officeDocument/2006/relationships/notesMaster" Target="/ppt/notesMasters/notesMaster1.xml" Id="R89a9305691a349a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本日は「学会発表の基本テクニック」についてお話しします。鈴木亨先生が日本義肢装具学会誌に書かれた解説を下敷きにしています。</a:t>
            </a:r>
          </a:p>
          <a:p xmlns:a="http://schemas.openxmlformats.org/drawingml/2006/main">
            <a:r>
              <a:t>最初の結論はシンプルです。学会発表は原稿やスライドを「読む」場ではなく、限られた時間で聴衆に要点を「伝える」場だ、ということです。</a:t>
            </a:r>
          </a:p>
          <a:p xmlns:a="http://schemas.openxmlformats.org/drawingml/2006/main">
            <a:r>
              <a:t>今日は10分前後の口演を想定して、準備のチェックポイントを順番に見ていきます。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発表テクニックというと話し方を思い浮かべがちですが、中心にあるのは「聴衆に要点を残す設計」です。</a:t>
            </a:r>
          </a:p>
          <a:p xmlns:a="http://schemas.openxmlformats.org/drawingml/2006/main">
            <a:r>
              <a:t>柱は4つあります。聴衆を見て伝える「態度」、誰に何を伝えるかを決める「設計」、1枚1情報に近づける「資料」、答え方を準備する「質疑」。この順番で見ていきます。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まず態度です。メラビアンの研究では、聞き手が受け取る印象のうち、言葉そのものは7%、声が38%、見た目や態度が55%とされています。</a:t>
            </a:r>
          </a:p>
          <a:p xmlns:a="http://schemas.openxmlformats.org/drawingml/2006/main">
            <a:r>
              <a:t>もちろん原稿の言葉は大切です。ただ、それ以上に声の大きさや抑揚、視線、姿勢が理解と印象を左右します。</a:t>
            </a:r>
          </a:p>
          <a:p xmlns:a="http://schemas.openxmlformats.org/drawingml/2006/main">
            <a:r>
              <a:t>ですからスライドばかり見ず、前を向いて、ここぞという要点では聴衆と目を合わせて話しましょう。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具体的に見ましょう。するべきことは、会場を見渡す、数人とアイコンタクトを取る、要点では顔を上げる、そして練習した言葉でゆっくり話すことです。</a:t>
            </a:r>
          </a:p>
          <a:p xmlns:a="http://schemas.openxmlformats.org/drawingml/2006/main">
            <a:r>
              <a:t>避けたいのは、原稿だけを見る、ポインターをもてあそぶ、髪や顔を触る、早口で時間を埋めることです。</a:t>
            </a:r>
          </a:p>
          <a:p xmlns:a="http://schemas.openxmlformats.org/drawingml/2006/main">
            <a:r>
              <a:t>発表者が聴衆に向き合うほど、聴衆も発表に参加しやすくなります。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次は設計です。話す内容は聴衆に合わせて決めます。見るべきは3つ。</a:t>
            </a:r>
          </a:p>
          <a:p xmlns:a="http://schemas.openxmlformats.org/drawingml/2006/main">
            <a:r>
              <a:t>専門用語をどこまで説明するかという「学術背景」、何を聞きたいと思っているかという「参加目的」、自分と同じ問題意識があるかという「関心」です。</a:t>
            </a:r>
          </a:p>
          <a:p xmlns:a="http://schemas.openxmlformats.org/drawingml/2006/main">
            <a:r>
              <a:t>これらを想定して初めて、説明量や用語選びをデザインできます。聴衆を想定しない発表は、説明量も用語も偶然任せになってしまいます。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内容を絞ります。半年から1年かけた研究でも、発表時間は10分前後で、すべては話せません。</a:t>
            </a:r>
          </a:p>
          <a:p xmlns:a="http://schemas.openxmlformats.org/drawingml/2006/main">
            <a:r>
              <a:t>残すのは3点です。なぜその研究が必要だったかという「背景の必然性」、「方法と結果の核」、そして数日後にも記憶に残る「結論」。</a:t>
            </a:r>
          </a:p>
          <a:p xmlns:a="http://schemas.openxmlformats.org/drawingml/2006/main">
            <a:r>
              <a:t>この3つに絞る勇気を持ちましょう。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原稿の作り方です。原稿は本番で読み上げる台本ではなく、話の論理を整える設計図と考えてください。</a:t>
            </a:r>
          </a:p>
          <a:p xmlns:a="http://schemas.openxmlformats.org/drawingml/2006/main">
            <a:r>
              <a:t>速度は、初心者なら1分あたり250〜270字が目安です。1つの文には1つの考えだけを入れ、難しい言葉や長い修飾語、二重否定は避けます。</a:t>
            </a:r>
          </a:p>
          <a:p xmlns:a="http://schemas.openxmlformats.org/drawingml/2006/main">
            <a:r>
              <a:t>スライドに書いた内容は、口頭できちんと説明できるように準備しておきましょう。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スライドの枚数です。目安は1分1枚。10分枠なら、発表7分・質疑3分と考えます。</a:t>
            </a:r>
          </a:p>
          <a:p xmlns:a="http://schemas.openxmlformats.org/drawingml/2006/main">
            <a:r>
              <a:t>注意したいのは作りすぎです。13〜14枚を7分で話すと、1枚あたり約30秒。これでは図表の説明が追いつきません。</a:t>
            </a:r>
          </a:p>
          <a:p xmlns:a="http://schemas.openxmlformats.org/drawingml/2006/main">
            <a:r>
              <a:t>枚数は、説明にかかる時間から逆算して決めましょう。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これは論文に載っている、良くないスライドの例です。</a:t>
            </a:r>
          </a:p>
          <a:p xmlns:a="http://schemas.openxmlformats.org/drawingml/2006/main">
            <a:r>
              <a:t>1枚にグラフが2つあり、文字もラベルも小さい。説明する対象が多く、1分ではとても読み切れません。</a:t>
            </a:r>
          </a:p>
          <a:p xmlns:a="http://schemas.openxmlformats.org/drawingml/2006/main">
            <a:r>
              <a:t>図そのものが悪いのではなく、1枚に情報を詰め込みすぎている点が問題です。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同じ内容を、1枚に1つの図表へ分けたものです。</a:t>
            </a:r>
          </a:p>
          <a:p xmlns:a="http://schemas.openxmlformats.org/drawingml/2006/main">
            <a:r>
              <a:t>文字を大きくし、何を見てほしいかという論点を先に決める。これだけで、説明する対象がはっきりします。</a:t>
            </a:r>
          </a:p>
          <a:p xmlns:a="http://schemas.openxmlformats.org/drawingml/2006/main">
            <a:r>
              <a:t>論文の図表とスライドは別物です。発表用には思い切って削る判断が必要です。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最後は質疑応答です。質問は3つのパターンに分けて準備しておくと落ち着けます。</a:t>
            </a:r>
          </a:p>
          <a:p xmlns:a="http://schemas.openxmlformats.org/drawingml/2006/main">
            <a:r>
              <a:t>意味も答えも分かる質問は、端的に答える。意味は分かるが検討していない質問は、「今後の検討課題にします」と正直に受け止め、「ご指摘ありがとうございます」と添える。</a:t>
            </a:r>
          </a:p>
          <a:p xmlns:a="http://schemas.openxmlformats.org/drawingml/2006/main">
            <a:r>
              <a:t>質問の意味が分からないときは、はぐらかさず、論点を確認して聞き返します。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まとめです。発表前に、この6つを確認してください。</a:t>
            </a:r>
          </a:p>
          <a:p xmlns:a="http://schemas.openxmlformats.org/drawingml/2006/main">
            <a:r>
              <a:t>聴衆を想定したか、要点は3つ以内か、時間内に終わるか、文字は読めるか、原稿を読まずに話せるか、質疑への返し方を準備したか。</a:t>
            </a:r>
          </a:p>
          <a:p xmlns:a="http://schemas.openxmlformats.org/drawingml/2006/main">
            <a:r>
              <a:t>発表の目的は、すべてを話すことではなく、聴衆に次の理解を残すことです。本日はありがとうございました。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854e71843b4a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3d237fae174b34" /><Relationship Type="http://schemas.openxmlformats.org/officeDocument/2006/relationships/slideLayout" Target="/ppt/slideLayouts/slideLayout1.xml" Id="R1cb889a933224c6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b889a933224c6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d8790da7e9b4d33" /><Relationship Type="http://schemas.openxmlformats.org/officeDocument/2006/relationships/notesSlide" Target="/ppt/notesSlides/notesSlide1.xml" Id="Rf96fcd65df1349d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d5f7492951944c2" /><Relationship Type="http://schemas.openxmlformats.org/officeDocument/2006/relationships/notesSlide" Target="/ppt/notesSlides/notesSlide2.xml" Id="Rc486efcdef9c4c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de5d2c6901c464e" /><Relationship Type="http://schemas.openxmlformats.org/officeDocument/2006/relationships/notesSlide" Target="/ppt/notesSlides/notesSlide3.xml" Id="R456284752b3e4ca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3ff2705fe4d47ec" /><Relationship Type="http://schemas.openxmlformats.org/officeDocument/2006/relationships/notesSlide" Target="/ppt/notesSlides/notesSlide4.xml" Id="Rae6df9a60ddb4f3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67988428c7948a4" /><Relationship Type="http://schemas.openxmlformats.org/officeDocument/2006/relationships/notesSlide" Target="/ppt/notesSlides/notesSlide5.xml" Id="Rec5cb583d14b47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b6533a3e5c44f48" /><Relationship Type="http://schemas.openxmlformats.org/officeDocument/2006/relationships/notesSlide" Target="/ppt/notesSlides/notesSlide6.xml" Id="R152d438f51074df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39ee45b18394b39" /><Relationship Type="http://schemas.openxmlformats.org/officeDocument/2006/relationships/notesSlide" Target="/ppt/notesSlides/notesSlide7.xml" Id="R57963598b079419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23139f57d6945e2" /><Relationship Type="http://schemas.openxmlformats.org/officeDocument/2006/relationships/notesSlide" Target="/ppt/notesSlides/notesSlide8.xml" Id="R7d638bf8876043b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bee06cc93a4412b" /><Relationship Type="http://schemas.openxmlformats.org/officeDocument/2006/relationships/image" Target="/ppt/media/image.png" Id="R72a6d6c4983e4b21" /><Relationship Type="http://schemas.openxmlformats.org/officeDocument/2006/relationships/notesSlide" Target="/ppt/notesSlides/notesSlide9.xml" Id="Rad38e69d2f1a4c0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0be2b6cc04b45dd" /><Relationship Type="http://schemas.openxmlformats.org/officeDocument/2006/relationships/image" Target="/ppt/media/image2.png" Id="Rcc4cb0048d7e4522" /><Relationship Type="http://schemas.openxmlformats.org/officeDocument/2006/relationships/notesSlide" Target="/ppt/notesSlides/notesSlide10.xml" Id="R64dfb2be647544c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7edec9b356b401b" /><Relationship Type="http://schemas.openxmlformats.org/officeDocument/2006/relationships/notesSlide" Target="/ppt/notesSlides/notesSlide11.xml" Id="R73517e62fa6d45d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0e9db056e0c4773" /><Relationship Type="http://schemas.openxmlformats.org/officeDocument/2006/relationships/notesSlide" Target="/ppt/notesSlides/notesSlide12.xml" Id="Rea798c417e7c42d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47A1ED6-32C1-4A0A-82F2-F7C9F6B2CA7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D"/>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ABC2F43-943E-4FE7-9EDA-2FA9D4A7C551}"/>
              </a:ext>
            </a:extLst>
          </p:cNvPr>
          <p:cNvSpPr>
            <a:spLocks xmlns:a="http://schemas.openxmlformats.org/drawingml/2006/main" noGrp="1"/>
          </p:cNvSpPr>
          <p:nvPr/>
        </p:nvSpPr>
        <p:spPr>
          <a:xfrm xmlns:a="http://schemas.openxmlformats.org/drawingml/2006/main">
            <a:off x="609600" y="552450"/>
            <a:ext cx="2095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06C67"/>
                </a:solidFill>
                <a:latin typeface="Hiragino Sans"/>
                <a:ea typeface="Hiragino Sans"/>
                <a:cs typeface="Hiragino Sans"/>
              </a:defRPr>
            </a:pPr>
            <a:r>
              <a:rPr sz="1350" b="1">
                <a:solidFill>
                  <a:srgbClr val="006C67"/>
                </a:solidFill>
                <a:latin typeface="Hiragino Sans"/>
                <a:ea typeface="Hiragino Sans"/>
                <a:cs typeface="Hiragino Sans"/>
              </a:rPr>
              <a:t>研究発表</a:t>
            </a:r>
          </a:p>
        </p:txBody>
      </p:sp>
      <p:sp>
        <p:nvSpPr>
          <p:cNvPr id="3" name="">
            <a:extLst xmlns:a="http://schemas.openxmlformats.org/drawingml/2006/main">
              <a:ext uri="{FF2B5EF4-FFF2-40B4-BE49-F238E27FC236}">
                <a16:creationId xmlns:a16="http://schemas.microsoft.com/office/drawing/2014/main" id="{AE904FB4-B228-4BC4-979D-6008D504FD95}"/>
              </a:ext>
            </a:extLst>
          </p:cNvPr>
          <p:cNvSpPr>
            <a:spLocks xmlns:a="http://schemas.openxmlformats.org/drawingml/2006/main" noGrp="1"/>
          </p:cNvSpPr>
          <p:nvPr/>
        </p:nvSpPr>
        <p:spPr>
          <a:xfrm xmlns:a="http://schemas.openxmlformats.org/drawingml/2006/main">
            <a:off x="609600" y="1066800"/>
            <a:ext cx="9810750" cy="19050"/>
          </a:xfrm>
          <a:prstGeom xmlns:a="http://schemas.openxmlformats.org/drawingml/2006/main" prst="rect">
            <a:avLst/>
          </a:prstGeom>
          <a:solidFill xmlns:a="http://schemas.openxmlformats.org/drawingml/2006/main">
            <a:srgbClr val="D8D2C5"/>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47AA67A7-F4E5-41FE-8E65-91D212E83841}"/>
              </a:ext>
            </a:extLst>
          </p:cNvPr>
          <p:cNvSpPr>
            <a:spLocks xmlns:a="http://schemas.openxmlformats.org/drawingml/2006/main" noGrp="1"/>
          </p:cNvSpPr>
          <p:nvPr/>
        </p:nvSpPr>
        <p:spPr>
          <a:xfrm xmlns:a="http://schemas.openxmlformats.org/drawingml/2006/main">
            <a:off x="609600" y="1524000"/>
            <a:ext cx="6381750" cy="2476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4275" b="1">
                <a:solidFill>
                  <a:srgbClr val="172026"/>
                </a:solidFill>
                <a:latin typeface="Hiragino Sans"/>
                <a:ea typeface="Hiragino Sans"/>
                <a:cs typeface="Hiragino Sans"/>
              </a:defRPr>
            </a:pPr>
            <a:r>
              <a:rPr sz="4275" b="1">
                <a:solidFill>
                  <a:srgbClr val="172026"/>
                </a:solidFill>
                <a:latin typeface="Hiragino Sans"/>
                <a:ea typeface="Hiragino Sans"/>
                <a:cs typeface="Hiragino Sans"/>
              </a:rPr>
              <a:t>学会発表は</a:t>
            </a:r>
          </a:p>
          <a:p xmlns:a="http://schemas.openxmlformats.org/drawingml/2006/main">
            <a:pPr algn="l">
              <a:defRPr sz="4275" b="1">
                <a:solidFill>
                  <a:srgbClr val="172026"/>
                </a:solidFill>
                <a:latin typeface="Hiragino Sans"/>
                <a:ea typeface="Hiragino Sans"/>
                <a:cs typeface="Hiragino Sans"/>
              </a:defRPr>
            </a:pPr>
            <a:r>
              <a:rPr sz="4275" b="1">
                <a:solidFill>
                  <a:srgbClr val="172026"/>
                </a:solidFill>
                <a:latin typeface="Hiragino Sans"/>
                <a:ea typeface="Hiragino Sans"/>
                <a:cs typeface="Hiragino Sans"/>
              </a:rPr>
              <a:t>「読む」より</a:t>
            </a:r>
          </a:p>
          <a:p xmlns:a="http://schemas.openxmlformats.org/drawingml/2006/main">
            <a:pPr algn="l">
              <a:defRPr sz="4275" b="1">
                <a:solidFill>
                  <a:srgbClr val="172026"/>
                </a:solidFill>
                <a:latin typeface="Hiragino Sans"/>
                <a:ea typeface="Hiragino Sans"/>
                <a:cs typeface="Hiragino Sans"/>
              </a:defRPr>
            </a:pPr>
            <a:r>
              <a:rPr sz="4275" b="1">
                <a:solidFill>
                  <a:srgbClr val="172026"/>
                </a:solidFill>
                <a:latin typeface="Hiragino Sans"/>
                <a:ea typeface="Hiragino Sans"/>
                <a:cs typeface="Hiragino Sans"/>
              </a:rPr>
              <a:t>「伝える」が本体</a:t>
            </a:r>
          </a:p>
        </p:txBody>
      </p:sp>
      <p:sp>
        <p:nvSpPr>
          <p:cNvPr id="5" name="">
            <a:extLst xmlns:a="http://schemas.openxmlformats.org/drawingml/2006/main">
              <a:ext uri="{FF2B5EF4-FFF2-40B4-BE49-F238E27FC236}">
                <a16:creationId xmlns:a16="http://schemas.microsoft.com/office/drawing/2014/main" id="{A1A1D7E6-511B-45E2-961F-6DB8694C83F7}"/>
              </a:ext>
            </a:extLst>
          </p:cNvPr>
          <p:cNvSpPr>
            <a:spLocks xmlns:a="http://schemas.openxmlformats.org/drawingml/2006/main" noGrp="1"/>
          </p:cNvSpPr>
          <p:nvPr/>
        </p:nvSpPr>
        <p:spPr>
          <a:xfrm xmlns:a="http://schemas.openxmlformats.org/drawingml/2006/main">
            <a:off x="7543800" y="1428750"/>
            <a:ext cx="3429000" cy="34290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5"/>
            </a:solidFill>
            <a:prstDash val="solid"/>
          </a:ln>
        </p:spPr>
      </p:sp>
      <p:sp>
        <p:nvSpPr>
          <p:cNvPr id="6" name="">
            <a:extLst xmlns:a="http://schemas.openxmlformats.org/drawingml/2006/main">
              <a:ext uri="{FF2B5EF4-FFF2-40B4-BE49-F238E27FC236}">
                <a16:creationId xmlns:a16="http://schemas.microsoft.com/office/drawing/2014/main" id="{89A1498D-C5A0-4035-B4FC-4EDDCB246DE7}"/>
              </a:ext>
            </a:extLst>
          </p:cNvPr>
          <p:cNvSpPr>
            <a:spLocks xmlns:a="http://schemas.openxmlformats.org/drawingml/2006/main" noGrp="1"/>
          </p:cNvSpPr>
          <p:nvPr/>
        </p:nvSpPr>
        <p:spPr>
          <a:xfrm xmlns:a="http://schemas.openxmlformats.org/drawingml/2006/main">
            <a:off x="7886700" y="1790700"/>
            <a:ext cx="2667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06C67"/>
                </a:solidFill>
                <a:latin typeface="Hiragino Sans"/>
                <a:ea typeface="Hiragino Sans"/>
                <a:cs typeface="Hiragino Sans"/>
              </a:defRPr>
            </a:pPr>
            <a:r>
              <a:rPr sz="1350" b="1">
                <a:solidFill>
                  <a:srgbClr val="006C67"/>
                </a:solidFill>
                <a:latin typeface="Hiragino Sans"/>
                <a:ea typeface="Hiragino Sans"/>
                <a:cs typeface="Hiragino Sans"/>
              </a:rPr>
              <a:t>出典論文</a:t>
            </a:r>
          </a:p>
        </p:txBody>
      </p:sp>
      <p:sp>
        <p:nvSpPr>
          <p:cNvPr id="7" name="">
            <a:extLst xmlns:a="http://schemas.openxmlformats.org/drawingml/2006/main">
              <a:ext uri="{FF2B5EF4-FFF2-40B4-BE49-F238E27FC236}">
                <a16:creationId xmlns:a16="http://schemas.microsoft.com/office/drawing/2014/main" id="{C643D4DB-5425-4882-A23E-0D37CDE416E1}"/>
              </a:ext>
            </a:extLst>
          </p:cNvPr>
          <p:cNvSpPr>
            <a:spLocks xmlns:a="http://schemas.openxmlformats.org/drawingml/2006/main" noGrp="1"/>
          </p:cNvSpPr>
          <p:nvPr/>
        </p:nvSpPr>
        <p:spPr>
          <a:xfrm xmlns:a="http://schemas.openxmlformats.org/drawingml/2006/main">
            <a:off x="7886700" y="2286000"/>
            <a:ext cx="266700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72026"/>
                </a:solidFill>
                <a:latin typeface="Hiragino Sans"/>
                <a:ea typeface="Hiragino Sans"/>
                <a:cs typeface="Hiragino Sans"/>
              </a:defRPr>
            </a:pPr>
            <a:r>
              <a:rPr sz="1950" b="1">
                <a:solidFill>
                  <a:srgbClr val="172026"/>
                </a:solidFill>
                <a:latin typeface="Hiragino Sans"/>
                <a:ea typeface="Hiragino Sans"/>
                <a:cs typeface="Hiragino Sans"/>
              </a:rPr>
              <a:t>鈴木 亨</a:t>
            </a:r>
          </a:p>
          <a:p xmlns:a="http://schemas.openxmlformats.org/drawingml/2006/main">
            <a:pPr algn="l">
              <a:defRPr sz="1950" b="1">
                <a:solidFill>
                  <a:srgbClr val="172026"/>
                </a:solidFill>
                <a:latin typeface="Hiragino Sans"/>
                <a:ea typeface="Hiragino Sans"/>
                <a:cs typeface="Hiragino Sans"/>
              </a:defRPr>
            </a:pPr>
            <a:r>
              <a:rPr sz="1950" b="1">
                <a:solidFill>
                  <a:srgbClr val="172026"/>
                </a:solidFill>
                <a:latin typeface="Hiragino Sans"/>
                <a:ea typeface="Hiragino Sans"/>
                <a:cs typeface="Hiragino Sans"/>
              </a:rPr>
              <a:t>学会発表の</a:t>
            </a:r>
          </a:p>
          <a:p xmlns:a="http://schemas.openxmlformats.org/drawingml/2006/main">
            <a:pPr algn="l">
              <a:defRPr sz="1950" b="1">
                <a:solidFill>
                  <a:srgbClr val="172026"/>
                </a:solidFill>
                <a:latin typeface="Hiragino Sans"/>
                <a:ea typeface="Hiragino Sans"/>
                <a:cs typeface="Hiragino Sans"/>
              </a:defRPr>
            </a:pPr>
            <a:r>
              <a:rPr sz="1950" b="1">
                <a:solidFill>
                  <a:srgbClr val="172026"/>
                </a:solidFill>
                <a:latin typeface="Hiragino Sans"/>
                <a:ea typeface="Hiragino Sans"/>
                <a:cs typeface="Hiragino Sans"/>
              </a:rPr>
              <a:t>基本テクニック</a:t>
            </a:r>
          </a:p>
        </p:txBody>
      </p:sp>
      <p:sp>
        <p:nvSpPr>
          <p:cNvPr id="8" name="">
            <a:extLst xmlns:a="http://schemas.openxmlformats.org/drawingml/2006/main">
              <a:ext uri="{FF2B5EF4-FFF2-40B4-BE49-F238E27FC236}">
                <a16:creationId xmlns:a16="http://schemas.microsoft.com/office/drawing/2014/main" id="{D2A345CA-0B0B-4E6B-8776-7D3DEEF34129}"/>
              </a:ext>
            </a:extLst>
          </p:cNvPr>
          <p:cNvSpPr>
            <a:spLocks xmlns:a="http://schemas.openxmlformats.org/drawingml/2006/main" noGrp="1"/>
          </p:cNvSpPr>
          <p:nvPr/>
        </p:nvSpPr>
        <p:spPr>
          <a:xfrm xmlns:a="http://schemas.openxmlformats.org/drawingml/2006/main">
            <a:off x="7886700" y="3409950"/>
            <a:ext cx="26670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526069"/>
                </a:solidFill>
                <a:latin typeface="Hiragino Sans"/>
                <a:ea typeface="Hiragino Sans"/>
                <a:cs typeface="Hiragino Sans"/>
              </a:defRPr>
            </a:pPr>
            <a:r>
              <a:rPr sz="1575" b="0">
                <a:solidFill>
                  <a:srgbClr val="526069"/>
                </a:solidFill>
                <a:latin typeface="Hiragino Sans"/>
                <a:ea typeface="Hiragino Sans"/>
                <a:cs typeface="Hiragino Sans"/>
              </a:rPr>
              <a:t>日本義肢装具学会誌</a:t>
            </a:r>
          </a:p>
          <a:p xmlns:a="http://schemas.openxmlformats.org/drawingml/2006/main">
            <a:pPr algn="l">
              <a:defRPr sz="1575" b="0">
                <a:solidFill>
                  <a:srgbClr val="526069"/>
                </a:solidFill>
                <a:latin typeface="Hiragino Sans"/>
                <a:ea typeface="Hiragino Sans"/>
                <a:cs typeface="Hiragino Sans"/>
              </a:defRPr>
            </a:pPr>
            <a:r>
              <a:rPr sz="1575" b="0">
                <a:solidFill>
                  <a:srgbClr val="526069"/>
                </a:solidFill>
                <a:latin typeface="Hiragino Sans"/>
                <a:ea typeface="Hiragino Sans"/>
                <a:cs typeface="Hiragino Sans"/>
              </a:rPr>
              <a:t>Vol.26 No.1, 2010</a:t>
            </a:r>
          </a:p>
          <a:p xmlns:a="http://schemas.openxmlformats.org/drawingml/2006/main">
            <a:pPr algn="l">
              <a:defRPr sz="1575" b="0">
                <a:solidFill>
                  <a:srgbClr val="526069"/>
                </a:solidFill>
                <a:latin typeface="Hiragino Sans"/>
                <a:ea typeface="Hiragino Sans"/>
                <a:cs typeface="Hiragino Sans"/>
              </a:defRPr>
            </a:pPr>
            <a:r>
              <a:rPr sz="1575" b="0">
                <a:solidFill>
                  <a:srgbClr val="526069"/>
                </a:solidFill>
                <a:latin typeface="Hiragino Sans"/>
                <a:ea typeface="Hiragino Sans"/>
                <a:cs typeface="Hiragino Sans"/>
              </a:rPr>
              <a:t>pp.46-50</a:t>
            </a:r>
          </a:p>
        </p:txBody>
      </p:sp>
      <p:sp>
        <p:nvSpPr>
          <p:cNvPr id="9" name="">
            <a:extLst xmlns:a="http://schemas.openxmlformats.org/drawingml/2006/main">
              <a:ext uri="{FF2B5EF4-FFF2-40B4-BE49-F238E27FC236}">
                <a16:creationId xmlns:a16="http://schemas.microsoft.com/office/drawing/2014/main" id="{7C06F13C-B98A-4D93-B7A1-778B8CF4809D}"/>
              </a:ext>
            </a:extLst>
          </p:cNvPr>
          <p:cNvSpPr>
            <a:spLocks xmlns:a="http://schemas.openxmlformats.org/drawingml/2006/main" noGrp="1"/>
          </p:cNvSpPr>
          <p:nvPr/>
        </p:nvSpPr>
        <p:spPr>
          <a:xfrm xmlns:a="http://schemas.openxmlformats.org/drawingml/2006/main">
            <a:off x="609600" y="4705350"/>
            <a:ext cx="6096000" cy="685800"/>
          </a:xfrm>
          <a:prstGeom xmlns:a="http://schemas.openxmlformats.org/drawingml/2006/main" prst="rect">
            <a:avLst/>
          </a:prstGeom>
          <a:solidFill xmlns:a="http://schemas.openxmlformats.org/drawingml/2006/main">
            <a:srgbClr val="DCEDEA"/>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A002520C-DEA5-4D6B-BE57-ECEC46A505A1}"/>
              </a:ext>
            </a:extLst>
          </p:cNvPr>
          <p:cNvSpPr>
            <a:spLocks xmlns:a="http://schemas.openxmlformats.org/drawingml/2006/main" noGrp="1"/>
          </p:cNvSpPr>
          <p:nvPr/>
        </p:nvSpPr>
        <p:spPr>
          <a:xfrm xmlns:a="http://schemas.openxmlformats.org/drawingml/2006/main">
            <a:off x="838200" y="4914900"/>
            <a:ext cx="56197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06C67"/>
                </a:solidFill>
                <a:latin typeface="Hiragino Sans"/>
                <a:ea typeface="Hiragino Sans"/>
                <a:cs typeface="Hiragino Sans"/>
              </a:defRPr>
            </a:pPr>
            <a:r>
              <a:rPr sz="1650" b="1">
                <a:solidFill>
                  <a:srgbClr val="006C67"/>
                </a:solidFill>
                <a:latin typeface="Hiragino Sans"/>
                <a:ea typeface="Hiragino Sans"/>
                <a:cs typeface="Hiragino Sans"/>
              </a:rPr>
              <a:t>10分前後の口演を想定した、発表準備の実践チェック資料</a:t>
            </a:r>
          </a:p>
        </p:txBody>
      </p:sp>
      <p:sp>
        <p:nvSpPr>
          <p:cNvPr id="11" name="">
            <a:extLst xmlns:a="http://schemas.openxmlformats.org/drawingml/2006/main">
              <a:ext uri="{FF2B5EF4-FFF2-40B4-BE49-F238E27FC236}">
                <a16:creationId xmlns:a16="http://schemas.microsoft.com/office/drawing/2014/main" id="{F0BDADB4-BC9D-4799-B029-CBB24120FB29}"/>
              </a:ext>
            </a:extLst>
          </p:cNvPr>
          <p:cNvSpPr>
            <a:spLocks xmlns:a="http://schemas.openxmlformats.org/drawingml/2006/main" noGrp="1"/>
          </p:cNvSpPr>
          <p:nvPr/>
        </p:nvSpPr>
        <p:spPr>
          <a:xfrm xmlns:a="http://schemas.openxmlformats.org/drawingml/2006/main">
            <a:off x="609600" y="6324600"/>
            <a:ext cx="9620250" cy="9525"/>
          </a:xfrm>
          <a:prstGeom xmlns:a="http://schemas.openxmlformats.org/drawingml/2006/main" prst="rect">
            <a:avLst/>
          </a:prstGeom>
          <a:solidFill xmlns:a="http://schemas.openxmlformats.org/drawingml/2006/main">
            <a:srgbClr val="D8D2C5"/>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527F9AC8-3D5A-4F18-A2A0-3A89CA74EB37}"/>
              </a:ext>
            </a:extLst>
          </p:cNvPr>
          <p:cNvSpPr>
            <a:spLocks xmlns:a="http://schemas.openxmlformats.org/drawingml/2006/main" noGrp="1"/>
          </p:cNvSpPr>
          <p:nvPr/>
        </p:nvSpPr>
        <p:spPr>
          <a:xfrm xmlns:a="http://schemas.openxmlformats.org/drawingml/2006/main">
            <a:off x="609600" y="6429375"/>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26069"/>
                </a:solidFill>
                <a:latin typeface="Hiragino Sans"/>
                <a:ea typeface="Hiragino Sans"/>
                <a:cs typeface="Hiragino Sans"/>
              </a:defRPr>
            </a:pPr>
            <a:r>
              <a:rPr sz="750" b="0">
                <a:solidFill>
                  <a:srgbClr val="526069"/>
                </a:solidFill>
                <a:latin typeface="Hiragino Sans"/>
                <a:ea typeface="Hiragino Sans"/>
                <a:cs typeface="Hiragino Sans"/>
              </a:rPr>
              <a:t>J-STAGE PDF: https://www.jstage.jst.go.jp/article/jspo/26/1/26_46/_pdf/-char/ja</a:t>
            </a:r>
          </a:p>
        </p:txBody>
      </p:sp>
      <p:sp>
        <p:nvSpPr>
          <p:cNvPr id="13" name="">
            <a:extLst xmlns:a="http://schemas.openxmlformats.org/drawingml/2006/main">
              <a:ext uri="{FF2B5EF4-FFF2-40B4-BE49-F238E27FC236}">
                <a16:creationId xmlns:a16="http://schemas.microsoft.com/office/drawing/2014/main" id="{F4EF9315-C41F-42EF-BD55-6645728FCCFD}"/>
              </a:ext>
            </a:extLst>
          </p:cNvPr>
          <p:cNvSpPr>
            <a:spLocks xmlns:a="http://schemas.openxmlformats.org/drawingml/2006/main" noGrp="1"/>
          </p:cNvSpPr>
          <p:nvPr/>
        </p:nvSpPr>
        <p:spPr>
          <a:xfrm xmlns:a="http://schemas.openxmlformats.org/drawingml/2006/main">
            <a:off x="10744200" y="6372225"/>
            <a:ext cx="838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350" b="1">
                <a:solidFill>
                  <a:srgbClr val="006C67"/>
                </a:solidFill>
                <a:latin typeface="Hiragino Sans"/>
                <a:ea typeface="Hiragino Sans"/>
                <a:cs typeface="Hiragino Sans"/>
              </a:defRPr>
            </a:pPr>
            <a:r>
              <a:rPr sz="1350" b="1">
                <a:solidFill>
                  <a:srgbClr val="006C67"/>
                </a:solidFill>
                <a:latin typeface="Hiragino Sans"/>
                <a:ea typeface="Hiragino Sans"/>
                <a:cs typeface="Hiragino Sans"/>
              </a:rPr>
              <a:t>01</a:t>
            </a:r>
          </a:p>
        </p:txBody>
      </p:sp>
    </p:spTree>
    <p:extLst>
      <p:ext uri="{BB962C8B-B14F-4D97-AF65-F5344CB8AC3E}">
        <p14:creationId xmlns:p14="http://schemas.microsoft.com/office/powerpoint/2010/main" val="162286962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82A26FD-803A-4DE7-9DFD-B9C93EBFE1E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D"/>
          </a:solidFill>
          <a:ln xmlns:a="http://schemas.openxmlformats.org/drawingml/2006/main" w="0">
            <a:solidFill>
              <a:srgbClr val="000000">
                <a:alpha val="0"/>
              </a:srgbClr>
            </a:solidFill>
            <a:prstDash val="solid"/>
          </a:ln>
        </p:spPr>
      </p:sp>
      <p:sp>
        <p:nvSpPr>
          <p:cNvPr id="2" name="kicker-THESIS-marker">
            <a:extLst xmlns:a="http://schemas.openxmlformats.org/drawingml/2006/main">
              <a:ext uri="{FF2B5EF4-FFF2-40B4-BE49-F238E27FC236}">
                <a16:creationId xmlns:a16="http://schemas.microsoft.com/office/drawing/2014/main" id="{EE03FBC4-CAC2-4412-8972-CAEF385C521B}"/>
              </a:ext>
            </a:extLst>
          </p:cNvPr>
          <p:cNvSpPr>
            <a:spLocks xmlns:a="http://schemas.openxmlformats.org/drawingml/2006/main" noGrp="1"/>
          </p:cNvSpPr>
          <p:nvPr/>
        </p:nvSpPr>
        <p:spPr>
          <a:xfrm xmlns:a="http://schemas.openxmlformats.org/drawingml/2006/main">
            <a:off x="609600" y="609600"/>
            <a:ext cx="247650" cy="38100"/>
          </a:xfrm>
          <a:prstGeom xmlns:a="http://schemas.openxmlformats.org/drawingml/2006/main" prst="rect">
            <a:avLst/>
          </a:prstGeom>
          <a:solidFill xmlns:a="http://schemas.openxmlformats.org/drawingml/2006/main">
            <a:srgbClr val="006C67"/>
          </a:solidFill>
          <a:ln xmlns:a="http://schemas.openxmlformats.org/drawingml/2006/main" w="0">
            <a:solidFill>
              <a:srgbClr val="006C67"/>
            </a:solidFill>
            <a:prstDash val="solid"/>
          </a:ln>
        </p:spPr>
      </p:sp>
      <p:sp>
        <p:nvSpPr>
          <p:cNvPr id="3" name="kicker-THESIS-label">
            <a:extLst xmlns:a="http://schemas.openxmlformats.org/drawingml/2006/main">
              <a:ext uri="{FF2B5EF4-FFF2-40B4-BE49-F238E27FC236}">
                <a16:creationId xmlns:a16="http://schemas.microsoft.com/office/drawing/2014/main" id="{B261899C-3E6D-4AAC-85B0-DB8EA0B38778}"/>
              </a:ext>
            </a:extLst>
          </p:cNvPr>
          <p:cNvSpPr>
            <a:spLocks xmlns:a="http://schemas.openxmlformats.org/drawingml/2006/main" noGrp="1"/>
          </p:cNvSpPr>
          <p:nvPr/>
        </p:nvSpPr>
        <p:spPr>
          <a:xfrm xmlns:a="http://schemas.openxmlformats.org/drawingml/2006/main">
            <a:off x="990600" y="5143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06C67"/>
                </a:solidFill>
                <a:latin typeface="Hiragino Sans"/>
                <a:ea typeface="Hiragino Sans"/>
                <a:cs typeface="Hiragino Sans"/>
              </a:defRPr>
            </a:pPr>
            <a:r>
              <a:rPr sz="1125" b="1">
                <a:solidFill>
                  <a:srgbClr val="006C67"/>
                </a:solidFill>
                <a:latin typeface="Hiragino Sans"/>
                <a:ea typeface="Hiragino Sans"/>
                <a:cs typeface="Hiragino Sans"/>
              </a:rPr>
              <a:t>THESIS</a:t>
            </a:r>
          </a:p>
        </p:txBody>
      </p:sp>
      <p:sp>
        <p:nvSpPr>
          <p:cNvPr id="4" name="">
            <a:extLst xmlns:a="http://schemas.openxmlformats.org/drawingml/2006/main">
              <a:ext uri="{FF2B5EF4-FFF2-40B4-BE49-F238E27FC236}">
                <a16:creationId xmlns:a16="http://schemas.microsoft.com/office/drawing/2014/main" id="{9860D5C1-E72C-47F2-939A-00B4C2C0F8F3}"/>
              </a:ext>
            </a:extLst>
          </p:cNvPr>
          <p:cNvSpPr>
            <a:spLocks xmlns:a="http://schemas.openxmlformats.org/drawingml/2006/main" noGrp="1"/>
          </p:cNvSpPr>
          <p:nvPr/>
        </p:nvSpPr>
        <p:spPr>
          <a:xfrm xmlns:a="http://schemas.openxmlformats.org/drawingml/2006/main">
            <a:off x="609600" y="876300"/>
            <a:ext cx="93345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72026"/>
                </a:solidFill>
                <a:latin typeface="Hiragino Sans"/>
                <a:ea typeface="Hiragino Sans"/>
                <a:cs typeface="Hiragino Sans"/>
              </a:defRPr>
            </a:pPr>
            <a:r>
              <a:rPr sz="3000" b="1">
                <a:solidFill>
                  <a:srgbClr val="172026"/>
                </a:solidFill>
                <a:latin typeface="Hiragino Sans"/>
                <a:ea typeface="Hiragino Sans"/>
                <a:cs typeface="Hiragino Sans"/>
              </a:rPr>
              <a:t>発表技術の中心は、聴衆に要点を残す設計である。</a:t>
            </a:r>
          </a:p>
        </p:txBody>
      </p:sp>
      <p:sp>
        <p:nvSpPr>
          <p:cNvPr id="5" name="">
            <a:extLst xmlns:a="http://schemas.openxmlformats.org/drawingml/2006/main">
              <a:ext uri="{FF2B5EF4-FFF2-40B4-BE49-F238E27FC236}">
                <a16:creationId xmlns:a16="http://schemas.microsoft.com/office/drawing/2014/main" id="{94A0ECAC-15EA-4109-AF4E-22BA257EB5BE}"/>
              </a:ext>
            </a:extLst>
          </p:cNvPr>
          <p:cNvSpPr>
            <a:spLocks xmlns:a="http://schemas.openxmlformats.org/drawingml/2006/main" noGrp="1"/>
          </p:cNvSpPr>
          <p:nvPr/>
        </p:nvSpPr>
        <p:spPr>
          <a:xfrm xmlns:a="http://schemas.openxmlformats.org/drawingml/2006/main">
            <a:off x="876300" y="2781300"/>
            <a:ext cx="211455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D8D2C5"/>
            </a:solidFill>
            <a:prstDash val="solid"/>
          </a:ln>
        </p:spPr>
      </p:sp>
      <p:sp>
        <p:nvSpPr>
          <p:cNvPr id="6" name="">
            <a:extLst xmlns:a="http://schemas.openxmlformats.org/drawingml/2006/main">
              <a:ext uri="{FF2B5EF4-FFF2-40B4-BE49-F238E27FC236}">
                <a16:creationId xmlns:a16="http://schemas.microsoft.com/office/drawing/2014/main" id="{0F06421A-0CE6-41F3-80A6-027D8C9C9D9C}"/>
              </a:ext>
            </a:extLst>
          </p:cNvPr>
          <p:cNvSpPr>
            <a:spLocks xmlns:a="http://schemas.openxmlformats.org/drawingml/2006/main" noGrp="1"/>
          </p:cNvSpPr>
          <p:nvPr/>
        </p:nvSpPr>
        <p:spPr>
          <a:xfrm xmlns:a="http://schemas.openxmlformats.org/drawingml/2006/main">
            <a:off x="1066800" y="3009900"/>
            <a:ext cx="457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06C67"/>
                </a:solidFill>
                <a:latin typeface="Hiragino Sans"/>
                <a:ea typeface="Hiragino Sans"/>
                <a:cs typeface="Hiragino Sans"/>
              </a:defRPr>
            </a:pPr>
            <a:r>
              <a:rPr sz="1350" b="1">
                <a:solidFill>
                  <a:srgbClr val="006C67"/>
                </a:solidFill>
                <a:latin typeface="Hiragino Sans"/>
                <a:ea typeface="Hiragino Sans"/>
                <a:cs typeface="Hiragino Sans"/>
              </a:rPr>
              <a:t>01</a:t>
            </a:r>
          </a:p>
        </p:txBody>
      </p:sp>
      <p:sp>
        <p:nvSpPr>
          <p:cNvPr id="7" name="">
            <a:extLst xmlns:a="http://schemas.openxmlformats.org/drawingml/2006/main">
              <a:ext uri="{FF2B5EF4-FFF2-40B4-BE49-F238E27FC236}">
                <a16:creationId xmlns:a16="http://schemas.microsoft.com/office/drawing/2014/main" id="{FD52B5E1-207F-4DDF-A25A-BD5828527A00}"/>
              </a:ext>
            </a:extLst>
          </p:cNvPr>
          <p:cNvSpPr>
            <a:spLocks xmlns:a="http://schemas.openxmlformats.org/drawingml/2006/main" noGrp="1"/>
          </p:cNvSpPr>
          <p:nvPr/>
        </p:nvSpPr>
        <p:spPr>
          <a:xfrm xmlns:a="http://schemas.openxmlformats.org/drawingml/2006/main">
            <a:off x="1066800" y="3352800"/>
            <a:ext cx="1714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75" b="1">
                <a:solidFill>
                  <a:srgbClr val="172026"/>
                </a:solidFill>
                <a:latin typeface="Hiragino Sans"/>
                <a:ea typeface="Hiragino Sans"/>
                <a:cs typeface="Hiragino Sans"/>
              </a:defRPr>
            </a:pPr>
            <a:r>
              <a:rPr sz="2475" b="1">
                <a:solidFill>
                  <a:srgbClr val="172026"/>
                </a:solidFill>
                <a:latin typeface="Hiragino Sans"/>
                <a:ea typeface="Hiragino Sans"/>
                <a:cs typeface="Hiragino Sans"/>
              </a:rPr>
              <a:t>態度</a:t>
            </a:r>
          </a:p>
        </p:txBody>
      </p:sp>
      <p:sp>
        <p:nvSpPr>
          <p:cNvPr id="8" name="">
            <a:extLst xmlns:a="http://schemas.openxmlformats.org/drawingml/2006/main">
              <a:ext uri="{FF2B5EF4-FFF2-40B4-BE49-F238E27FC236}">
                <a16:creationId xmlns:a16="http://schemas.microsoft.com/office/drawing/2014/main" id="{0216EB50-2C58-4458-B5D7-67F28BA7C045}"/>
              </a:ext>
            </a:extLst>
          </p:cNvPr>
          <p:cNvSpPr>
            <a:spLocks xmlns:a="http://schemas.openxmlformats.org/drawingml/2006/main" noGrp="1"/>
          </p:cNvSpPr>
          <p:nvPr/>
        </p:nvSpPr>
        <p:spPr>
          <a:xfrm xmlns:a="http://schemas.openxmlformats.org/drawingml/2006/main">
            <a:off x="1066800" y="3905250"/>
            <a:ext cx="16764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26069"/>
                </a:solidFill>
                <a:latin typeface="Hiragino Sans"/>
                <a:ea typeface="Hiragino Sans"/>
                <a:cs typeface="Hiragino Sans"/>
              </a:defRPr>
            </a:pPr>
            <a:r>
              <a:rPr sz="1350" b="0">
                <a:solidFill>
                  <a:srgbClr val="526069"/>
                </a:solidFill>
                <a:latin typeface="Hiragino Sans"/>
                <a:ea typeface="Hiragino Sans"/>
                <a:cs typeface="Hiragino Sans"/>
              </a:rPr>
              <a:t>聴衆を見る</a:t>
            </a:r>
          </a:p>
          <a:p xmlns:a="http://schemas.openxmlformats.org/drawingml/2006/main">
            <a:pPr algn="l">
              <a:defRPr sz="1350" b="0">
                <a:solidFill>
                  <a:srgbClr val="526069"/>
                </a:solidFill>
                <a:latin typeface="Hiragino Sans"/>
                <a:ea typeface="Hiragino Sans"/>
                <a:cs typeface="Hiragino Sans"/>
              </a:defRPr>
            </a:pPr>
            <a:r>
              <a:rPr sz="1350" b="0">
                <a:solidFill>
                  <a:srgbClr val="526069"/>
                </a:solidFill>
                <a:latin typeface="Hiragino Sans"/>
                <a:ea typeface="Hiragino Sans"/>
                <a:cs typeface="Hiragino Sans"/>
              </a:rPr>
              <a:t>声・視線・姿勢で</a:t>
            </a:r>
          </a:p>
          <a:p xmlns:a="http://schemas.openxmlformats.org/drawingml/2006/main">
            <a:pPr algn="l">
              <a:defRPr sz="1350" b="0">
                <a:solidFill>
                  <a:srgbClr val="526069"/>
                </a:solidFill>
                <a:latin typeface="Hiragino Sans"/>
                <a:ea typeface="Hiragino Sans"/>
                <a:cs typeface="Hiragino Sans"/>
              </a:defRPr>
            </a:pPr>
            <a:r>
              <a:rPr sz="1350" b="0">
                <a:solidFill>
                  <a:srgbClr val="526069"/>
                </a:solidFill>
                <a:latin typeface="Hiragino Sans"/>
                <a:ea typeface="Hiragino Sans"/>
                <a:cs typeface="Hiragino Sans"/>
              </a:rPr>
              <a:t>伝える</a:t>
            </a:r>
          </a:p>
        </p:txBody>
      </p:sp>
      <p:sp>
        <p:nvSpPr>
          <p:cNvPr id="9" name="">
            <a:extLst xmlns:a="http://schemas.openxmlformats.org/drawingml/2006/main">
              <a:ext uri="{FF2B5EF4-FFF2-40B4-BE49-F238E27FC236}">
                <a16:creationId xmlns:a16="http://schemas.microsoft.com/office/drawing/2014/main" id="{09986E8F-6788-43E7-BDC7-B94AA6E2B423}"/>
              </a:ext>
            </a:extLst>
          </p:cNvPr>
          <p:cNvSpPr>
            <a:spLocks xmlns:a="http://schemas.openxmlformats.org/drawingml/2006/main" noGrp="1"/>
          </p:cNvSpPr>
          <p:nvPr/>
        </p:nvSpPr>
        <p:spPr>
          <a:xfrm xmlns:a="http://schemas.openxmlformats.org/drawingml/2006/main">
            <a:off x="3086100" y="3676650"/>
            <a:ext cx="323850" cy="19050"/>
          </a:xfrm>
          <a:prstGeom xmlns:a="http://schemas.openxmlformats.org/drawingml/2006/main" prst="rect">
            <a:avLst/>
          </a:prstGeom>
          <a:solidFill xmlns:a="http://schemas.openxmlformats.org/drawingml/2006/main">
            <a:srgbClr val="006C67"/>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D20A4AA9-34D8-4B29-9833-6433843E3387}"/>
              </a:ext>
            </a:extLst>
          </p:cNvPr>
          <p:cNvSpPr>
            <a:spLocks xmlns:a="http://schemas.openxmlformats.org/drawingml/2006/main" noGrp="1"/>
          </p:cNvSpPr>
          <p:nvPr/>
        </p:nvSpPr>
        <p:spPr>
          <a:xfrm xmlns:a="http://schemas.openxmlformats.org/drawingml/2006/main">
            <a:off x="3600450" y="2781300"/>
            <a:ext cx="211455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D8D2C5"/>
            </a:solidFill>
            <a:prstDash val="solid"/>
          </a:ln>
        </p:spPr>
      </p:sp>
      <p:sp>
        <p:nvSpPr>
          <p:cNvPr id="11" name="">
            <a:extLst xmlns:a="http://schemas.openxmlformats.org/drawingml/2006/main">
              <a:ext uri="{FF2B5EF4-FFF2-40B4-BE49-F238E27FC236}">
                <a16:creationId xmlns:a16="http://schemas.microsoft.com/office/drawing/2014/main" id="{6BC7B836-045C-44C5-B3B0-FCE5E4055D3A}"/>
              </a:ext>
            </a:extLst>
          </p:cNvPr>
          <p:cNvSpPr>
            <a:spLocks xmlns:a="http://schemas.openxmlformats.org/drawingml/2006/main" noGrp="1"/>
          </p:cNvSpPr>
          <p:nvPr/>
        </p:nvSpPr>
        <p:spPr>
          <a:xfrm xmlns:a="http://schemas.openxmlformats.org/drawingml/2006/main">
            <a:off x="3790950" y="3009900"/>
            <a:ext cx="457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06C67"/>
                </a:solidFill>
                <a:latin typeface="Hiragino Sans"/>
                <a:ea typeface="Hiragino Sans"/>
                <a:cs typeface="Hiragino Sans"/>
              </a:defRPr>
            </a:pPr>
            <a:r>
              <a:rPr sz="1350" b="1">
                <a:solidFill>
                  <a:srgbClr val="006C67"/>
                </a:solidFill>
                <a:latin typeface="Hiragino Sans"/>
                <a:ea typeface="Hiragino Sans"/>
                <a:cs typeface="Hiragino Sans"/>
              </a:rPr>
              <a:t>02</a:t>
            </a:r>
          </a:p>
        </p:txBody>
      </p:sp>
      <p:sp>
        <p:nvSpPr>
          <p:cNvPr id="12" name="">
            <a:extLst xmlns:a="http://schemas.openxmlformats.org/drawingml/2006/main">
              <a:ext uri="{FF2B5EF4-FFF2-40B4-BE49-F238E27FC236}">
                <a16:creationId xmlns:a16="http://schemas.microsoft.com/office/drawing/2014/main" id="{28CBDCFD-FA38-42A4-9A3B-5738A1BDE7C1}"/>
              </a:ext>
            </a:extLst>
          </p:cNvPr>
          <p:cNvSpPr>
            <a:spLocks xmlns:a="http://schemas.openxmlformats.org/drawingml/2006/main" noGrp="1"/>
          </p:cNvSpPr>
          <p:nvPr/>
        </p:nvSpPr>
        <p:spPr>
          <a:xfrm xmlns:a="http://schemas.openxmlformats.org/drawingml/2006/main">
            <a:off x="3790950" y="3352800"/>
            <a:ext cx="1714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75" b="1">
                <a:solidFill>
                  <a:srgbClr val="172026"/>
                </a:solidFill>
                <a:latin typeface="Hiragino Sans"/>
                <a:ea typeface="Hiragino Sans"/>
                <a:cs typeface="Hiragino Sans"/>
              </a:defRPr>
            </a:pPr>
            <a:r>
              <a:rPr sz="2475" b="1">
                <a:solidFill>
                  <a:srgbClr val="172026"/>
                </a:solidFill>
                <a:latin typeface="Hiragino Sans"/>
                <a:ea typeface="Hiragino Sans"/>
                <a:cs typeface="Hiragino Sans"/>
              </a:rPr>
              <a:t>設計</a:t>
            </a:r>
          </a:p>
        </p:txBody>
      </p:sp>
      <p:sp>
        <p:nvSpPr>
          <p:cNvPr id="13" name="">
            <a:extLst xmlns:a="http://schemas.openxmlformats.org/drawingml/2006/main">
              <a:ext uri="{FF2B5EF4-FFF2-40B4-BE49-F238E27FC236}">
                <a16:creationId xmlns:a16="http://schemas.microsoft.com/office/drawing/2014/main" id="{96C63393-5EC6-44CA-85E4-22360801B74E}"/>
              </a:ext>
            </a:extLst>
          </p:cNvPr>
          <p:cNvSpPr>
            <a:spLocks xmlns:a="http://schemas.openxmlformats.org/drawingml/2006/main" noGrp="1"/>
          </p:cNvSpPr>
          <p:nvPr/>
        </p:nvSpPr>
        <p:spPr>
          <a:xfrm xmlns:a="http://schemas.openxmlformats.org/drawingml/2006/main">
            <a:off x="3790950" y="3905250"/>
            <a:ext cx="16764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26069"/>
                </a:solidFill>
                <a:latin typeface="Hiragino Sans"/>
                <a:ea typeface="Hiragino Sans"/>
                <a:cs typeface="Hiragino Sans"/>
              </a:defRPr>
            </a:pPr>
            <a:r>
              <a:rPr sz="1350" b="0">
                <a:solidFill>
                  <a:srgbClr val="526069"/>
                </a:solidFill>
                <a:latin typeface="Hiragino Sans"/>
                <a:ea typeface="Hiragino Sans"/>
                <a:cs typeface="Hiragino Sans"/>
              </a:rPr>
              <a:t>誰に何を伝えるか</a:t>
            </a:r>
          </a:p>
          <a:p xmlns:a="http://schemas.openxmlformats.org/drawingml/2006/main">
            <a:pPr algn="l">
              <a:defRPr sz="1350" b="0">
                <a:solidFill>
                  <a:srgbClr val="526069"/>
                </a:solidFill>
                <a:latin typeface="Hiragino Sans"/>
                <a:ea typeface="Hiragino Sans"/>
                <a:cs typeface="Hiragino Sans"/>
              </a:defRPr>
            </a:pPr>
            <a:r>
              <a:rPr sz="1350" b="0">
                <a:solidFill>
                  <a:srgbClr val="526069"/>
                </a:solidFill>
                <a:latin typeface="Hiragino Sans"/>
                <a:ea typeface="Hiragino Sans"/>
                <a:cs typeface="Hiragino Sans"/>
              </a:rPr>
              <a:t>最初に決める</a:t>
            </a:r>
          </a:p>
        </p:txBody>
      </p:sp>
      <p:sp>
        <p:nvSpPr>
          <p:cNvPr id="14" name="">
            <a:extLst xmlns:a="http://schemas.openxmlformats.org/drawingml/2006/main">
              <a:ext uri="{FF2B5EF4-FFF2-40B4-BE49-F238E27FC236}">
                <a16:creationId xmlns:a16="http://schemas.microsoft.com/office/drawing/2014/main" id="{5DD8056B-6CEC-4883-8F70-1F51D1B47313}"/>
              </a:ext>
            </a:extLst>
          </p:cNvPr>
          <p:cNvSpPr>
            <a:spLocks xmlns:a="http://schemas.openxmlformats.org/drawingml/2006/main" noGrp="1"/>
          </p:cNvSpPr>
          <p:nvPr/>
        </p:nvSpPr>
        <p:spPr>
          <a:xfrm xmlns:a="http://schemas.openxmlformats.org/drawingml/2006/main">
            <a:off x="5810250" y="3676650"/>
            <a:ext cx="323850" cy="19050"/>
          </a:xfrm>
          <a:prstGeom xmlns:a="http://schemas.openxmlformats.org/drawingml/2006/main" prst="rect">
            <a:avLst/>
          </a:prstGeom>
          <a:solidFill xmlns:a="http://schemas.openxmlformats.org/drawingml/2006/main">
            <a:srgbClr val="006C67"/>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CE90006B-F734-4FF7-8309-5D71B9FF0007}"/>
              </a:ext>
            </a:extLst>
          </p:cNvPr>
          <p:cNvSpPr>
            <a:spLocks xmlns:a="http://schemas.openxmlformats.org/drawingml/2006/main" noGrp="1"/>
          </p:cNvSpPr>
          <p:nvPr/>
        </p:nvSpPr>
        <p:spPr>
          <a:xfrm xmlns:a="http://schemas.openxmlformats.org/drawingml/2006/main">
            <a:off x="6324600" y="2781300"/>
            <a:ext cx="211455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D8D2C5"/>
            </a:solidFill>
            <a:prstDash val="solid"/>
          </a:ln>
        </p:spPr>
      </p:sp>
      <p:sp>
        <p:nvSpPr>
          <p:cNvPr id="16" name="">
            <a:extLst xmlns:a="http://schemas.openxmlformats.org/drawingml/2006/main">
              <a:ext uri="{FF2B5EF4-FFF2-40B4-BE49-F238E27FC236}">
                <a16:creationId xmlns:a16="http://schemas.microsoft.com/office/drawing/2014/main" id="{0F284712-6A5E-43A0-A867-C52362296DB2}"/>
              </a:ext>
            </a:extLst>
          </p:cNvPr>
          <p:cNvSpPr>
            <a:spLocks xmlns:a="http://schemas.openxmlformats.org/drawingml/2006/main" noGrp="1"/>
          </p:cNvSpPr>
          <p:nvPr/>
        </p:nvSpPr>
        <p:spPr>
          <a:xfrm xmlns:a="http://schemas.openxmlformats.org/drawingml/2006/main">
            <a:off x="6515100" y="3009900"/>
            <a:ext cx="457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06C67"/>
                </a:solidFill>
                <a:latin typeface="Hiragino Sans"/>
                <a:ea typeface="Hiragino Sans"/>
                <a:cs typeface="Hiragino Sans"/>
              </a:defRPr>
            </a:pPr>
            <a:r>
              <a:rPr sz="1350" b="1">
                <a:solidFill>
                  <a:srgbClr val="006C67"/>
                </a:solidFill>
                <a:latin typeface="Hiragino Sans"/>
                <a:ea typeface="Hiragino Sans"/>
                <a:cs typeface="Hiragino Sans"/>
              </a:rPr>
              <a:t>03</a:t>
            </a:r>
          </a:p>
        </p:txBody>
      </p:sp>
      <p:sp>
        <p:nvSpPr>
          <p:cNvPr id="17" name="">
            <a:extLst xmlns:a="http://schemas.openxmlformats.org/drawingml/2006/main">
              <a:ext uri="{FF2B5EF4-FFF2-40B4-BE49-F238E27FC236}">
                <a16:creationId xmlns:a16="http://schemas.microsoft.com/office/drawing/2014/main" id="{4B730E9F-63AB-4A93-915F-A3483BB36E98}"/>
              </a:ext>
            </a:extLst>
          </p:cNvPr>
          <p:cNvSpPr>
            <a:spLocks xmlns:a="http://schemas.openxmlformats.org/drawingml/2006/main" noGrp="1"/>
          </p:cNvSpPr>
          <p:nvPr/>
        </p:nvSpPr>
        <p:spPr>
          <a:xfrm xmlns:a="http://schemas.openxmlformats.org/drawingml/2006/main">
            <a:off x="6515100" y="3352800"/>
            <a:ext cx="1714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75" b="1">
                <a:solidFill>
                  <a:srgbClr val="172026"/>
                </a:solidFill>
                <a:latin typeface="Hiragino Sans"/>
                <a:ea typeface="Hiragino Sans"/>
                <a:cs typeface="Hiragino Sans"/>
              </a:defRPr>
            </a:pPr>
            <a:r>
              <a:rPr sz="2475" b="1">
                <a:solidFill>
                  <a:srgbClr val="172026"/>
                </a:solidFill>
                <a:latin typeface="Hiragino Sans"/>
                <a:ea typeface="Hiragino Sans"/>
                <a:cs typeface="Hiragino Sans"/>
              </a:rPr>
              <a:t>資料</a:t>
            </a:r>
          </a:p>
        </p:txBody>
      </p:sp>
      <p:sp>
        <p:nvSpPr>
          <p:cNvPr id="18" name="">
            <a:extLst xmlns:a="http://schemas.openxmlformats.org/drawingml/2006/main">
              <a:ext uri="{FF2B5EF4-FFF2-40B4-BE49-F238E27FC236}">
                <a16:creationId xmlns:a16="http://schemas.microsoft.com/office/drawing/2014/main" id="{A3CE6A57-FF7A-4E11-9A55-F6C555B66F13}"/>
              </a:ext>
            </a:extLst>
          </p:cNvPr>
          <p:cNvSpPr>
            <a:spLocks xmlns:a="http://schemas.openxmlformats.org/drawingml/2006/main" noGrp="1"/>
          </p:cNvSpPr>
          <p:nvPr/>
        </p:nvSpPr>
        <p:spPr>
          <a:xfrm xmlns:a="http://schemas.openxmlformats.org/drawingml/2006/main">
            <a:off x="6515100" y="3905250"/>
            <a:ext cx="16764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26069"/>
                </a:solidFill>
                <a:latin typeface="Hiragino Sans"/>
                <a:ea typeface="Hiragino Sans"/>
                <a:cs typeface="Hiragino Sans"/>
              </a:defRPr>
            </a:pPr>
            <a:r>
              <a:rPr sz="1350" b="0">
                <a:solidFill>
                  <a:srgbClr val="526069"/>
                </a:solidFill>
                <a:latin typeface="Hiragino Sans"/>
                <a:ea typeface="Hiragino Sans"/>
                <a:cs typeface="Hiragino Sans"/>
              </a:rPr>
              <a:t>1枚1情報に近づけ</a:t>
            </a:r>
          </a:p>
          <a:p xmlns:a="http://schemas.openxmlformats.org/drawingml/2006/main">
            <a:pPr algn="l">
              <a:defRPr sz="1350" b="0">
                <a:solidFill>
                  <a:srgbClr val="526069"/>
                </a:solidFill>
                <a:latin typeface="Hiragino Sans"/>
                <a:ea typeface="Hiragino Sans"/>
                <a:cs typeface="Hiragino Sans"/>
              </a:defRPr>
            </a:pPr>
            <a:r>
              <a:rPr sz="1350" b="0">
                <a:solidFill>
                  <a:srgbClr val="526069"/>
                </a:solidFill>
                <a:latin typeface="Hiragino Sans"/>
                <a:ea typeface="Hiragino Sans"/>
                <a:cs typeface="Hiragino Sans"/>
              </a:rPr>
              <a:t>説明時間から</a:t>
            </a:r>
          </a:p>
          <a:p xmlns:a="http://schemas.openxmlformats.org/drawingml/2006/main">
            <a:pPr algn="l">
              <a:defRPr sz="1350" b="0">
                <a:solidFill>
                  <a:srgbClr val="526069"/>
                </a:solidFill>
                <a:latin typeface="Hiragino Sans"/>
                <a:ea typeface="Hiragino Sans"/>
                <a:cs typeface="Hiragino Sans"/>
              </a:defRPr>
            </a:pPr>
            <a:r>
              <a:rPr sz="1350" b="0">
                <a:solidFill>
                  <a:srgbClr val="526069"/>
                </a:solidFill>
                <a:latin typeface="Hiragino Sans"/>
                <a:ea typeface="Hiragino Sans"/>
                <a:cs typeface="Hiragino Sans"/>
              </a:rPr>
              <a:t>逆算する</a:t>
            </a:r>
          </a:p>
        </p:txBody>
      </p:sp>
      <p:sp>
        <p:nvSpPr>
          <p:cNvPr id="19" name="">
            <a:extLst xmlns:a="http://schemas.openxmlformats.org/drawingml/2006/main">
              <a:ext uri="{FF2B5EF4-FFF2-40B4-BE49-F238E27FC236}">
                <a16:creationId xmlns:a16="http://schemas.microsoft.com/office/drawing/2014/main" id="{D836875E-3A7C-4737-9480-8B912DC92018}"/>
              </a:ext>
            </a:extLst>
          </p:cNvPr>
          <p:cNvSpPr>
            <a:spLocks xmlns:a="http://schemas.openxmlformats.org/drawingml/2006/main" noGrp="1"/>
          </p:cNvSpPr>
          <p:nvPr/>
        </p:nvSpPr>
        <p:spPr>
          <a:xfrm xmlns:a="http://schemas.openxmlformats.org/drawingml/2006/main">
            <a:off x="8534400" y="3676650"/>
            <a:ext cx="323850" cy="19050"/>
          </a:xfrm>
          <a:prstGeom xmlns:a="http://schemas.openxmlformats.org/drawingml/2006/main" prst="rect">
            <a:avLst/>
          </a:prstGeom>
          <a:solidFill xmlns:a="http://schemas.openxmlformats.org/drawingml/2006/main">
            <a:srgbClr val="006C67"/>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3A4E0CE0-E8C0-48CA-938A-7735C8B19390}"/>
              </a:ext>
            </a:extLst>
          </p:cNvPr>
          <p:cNvSpPr>
            <a:spLocks xmlns:a="http://schemas.openxmlformats.org/drawingml/2006/main" noGrp="1"/>
          </p:cNvSpPr>
          <p:nvPr/>
        </p:nvSpPr>
        <p:spPr>
          <a:xfrm xmlns:a="http://schemas.openxmlformats.org/drawingml/2006/main">
            <a:off x="9048750" y="2781300"/>
            <a:ext cx="211455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D8D2C5"/>
            </a:solidFill>
            <a:prstDash val="solid"/>
          </a:ln>
        </p:spPr>
      </p:sp>
      <p:sp>
        <p:nvSpPr>
          <p:cNvPr id="21" name="">
            <a:extLst xmlns:a="http://schemas.openxmlformats.org/drawingml/2006/main">
              <a:ext uri="{FF2B5EF4-FFF2-40B4-BE49-F238E27FC236}">
                <a16:creationId xmlns:a16="http://schemas.microsoft.com/office/drawing/2014/main" id="{6D710484-821D-4CAD-810C-D6665B8F9A53}"/>
              </a:ext>
            </a:extLst>
          </p:cNvPr>
          <p:cNvSpPr>
            <a:spLocks xmlns:a="http://schemas.openxmlformats.org/drawingml/2006/main" noGrp="1"/>
          </p:cNvSpPr>
          <p:nvPr/>
        </p:nvSpPr>
        <p:spPr>
          <a:xfrm xmlns:a="http://schemas.openxmlformats.org/drawingml/2006/main">
            <a:off x="9239250" y="3009900"/>
            <a:ext cx="457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06C67"/>
                </a:solidFill>
                <a:latin typeface="Hiragino Sans"/>
                <a:ea typeface="Hiragino Sans"/>
                <a:cs typeface="Hiragino Sans"/>
              </a:defRPr>
            </a:pPr>
            <a:r>
              <a:rPr sz="1350" b="1">
                <a:solidFill>
                  <a:srgbClr val="006C67"/>
                </a:solidFill>
                <a:latin typeface="Hiragino Sans"/>
                <a:ea typeface="Hiragino Sans"/>
                <a:cs typeface="Hiragino Sans"/>
              </a:rPr>
              <a:t>04</a:t>
            </a:r>
          </a:p>
        </p:txBody>
      </p:sp>
      <p:sp>
        <p:nvSpPr>
          <p:cNvPr id="22" name="">
            <a:extLst xmlns:a="http://schemas.openxmlformats.org/drawingml/2006/main">
              <a:ext uri="{FF2B5EF4-FFF2-40B4-BE49-F238E27FC236}">
                <a16:creationId xmlns:a16="http://schemas.microsoft.com/office/drawing/2014/main" id="{DFE5C2FC-FA08-4DB4-8599-580EB7A424D0}"/>
              </a:ext>
            </a:extLst>
          </p:cNvPr>
          <p:cNvSpPr>
            <a:spLocks xmlns:a="http://schemas.openxmlformats.org/drawingml/2006/main" noGrp="1"/>
          </p:cNvSpPr>
          <p:nvPr/>
        </p:nvSpPr>
        <p:spPr>
          <a:xfrm xmlns:a="http://schemas.openxmlformats.org/drawingml/2006/main">
            <a:off x="9239250" y="3352800"/>
            <a:ext cx="1714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75" b="1">
                <a:solidFill>
                  <a:srgbClr val="172026"/>
                </a:solidFill>
                <a:latin typeface="Hiragino Sans"/>
                <a:ea typeface="Hiragino Sans"/>
                <a:cs typeface="Hiragino Sans"/>
              </a:defRPr>
            </a:pPr>
            <a:r>
              <a:rPr sz="2475" b="1">
                <a:solidFill>
                  <a:srgbClr val="172026"/>
                </a:solidFill>
                <a:latin typeface="Hiragino Sans"/>
                <a:ea typeface="Hiragino Sans"/>
                <a:cs typeface="Hiragino Sans"/>
              </a:rPr>
              <a:t>質疑</a:t>
            </a:r>
          </a:p>
        </p:txBody>
      </p:sp>
      <p:sp>
        <p:nvSpPr>
          <p:cNvPr id="23" name="">
            <a:extLst xmlns:a="http://schemas.openxmlformats.org/drawingml/2006/main">
              <a:ext uri="{FF2B5EF4-FFF2-40B4-BE49-F238E27FC236}">
                <a16:creationId xmlns:a16="http://schemas.microsoft.com/office/drawing/2014/main" id="{B74FC63C-102D-47B6-B709-00BECE2563AB}"/>
              </a:ext>
            </a:extLst>
          </p:cNvPr>
          <p:cNvSpPr>
            <a:spLocks xmlns:a="http://schemas.openxmlformats.org/drawingml/2006/main" noGrp="1"/>
          </p:cNvSpPr>
          <p:nvPr/>
        </p:nvSpPr>
        <p:spPr>
          <a:xfrm xmlns:a="http://schemas.openxmlformats.org/drawingml/2006/main">
            <a:off x="9239250" y="3905250"/>
            <a:ext cx="16764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26069"/>
                </a:solidFill>
                <a:latin typeface="Hiragino Sans"/>
                <a:ea typeface="Hiragino Sans"/>
                <a:cs typeface="Hiragino Sans"/>
              </a:defRPr>
            </a:pPr>
            <a:r>
              <a:rPr sz="1350" b="0">
                <a:solidFill>
                  <a:srgbClr val="526069"/>
                </a:solidFill>
                <a:latin typeface="Hiragino Sans"/>
                <a:ea typeface="Hiragino Sans"/>
                <a:cs typeface="Hiragino Sans"/>
              </a:rPr>
              <a:t>答え方を準備し</a:t>
            </a:r>
          </a:p>
          <a:p xmlns:a="http://schemas.openxmlformats.org/drawingml/2006/main">
            <a:pPr algn="l">
              <a:defRPr sz="1350" b="0">
                <a:solidFill>
                  <a:srgbClr val="526069"/>
                </a:solidFill>
                <a:latin typeface="Hiragino Sans"/>
                <a:ea typeface="Hiragino Sans"/>
                <a:cs typeface="Hiragino Sans"/>
              </a:defRPr>
            </a:pPr>
            <a:r>
              <a:rPr sz="1350" b="0">
                <a:solidFill>
                  <a:srgbClr val="526069"/>
                </a:solidFill>
                <a:latin typeface="Hiragino Sans"/>
                <a:ea typeface="Hiragino Sans"/>
                <a:cs typeface="Hiragino Sans"/>
              </a:rPr>
              <a:t>誠実に返す</a:t>
            </a:r>
          </a:p>
        </p:txBody>
      </p:sp>
      <p:sp>
        <p:nvSpPr>
          <p:cNvPr id="24" name="">
            <a:extLst xmlns:a="http://schemas.openxmlformats.org/drawingml/2006/main">
              <a:ext uri="{FF2B5EF4-FFF2-40B4-BE49-F238E27FC236}">
                <a16:creationId xmlns:a16="http://schemas.microsoft.com/office/drawing/2014/main" id="{535C459B-FE4C-403E-B089-7A908510F2E5}"/>
              </a:ext>
            </a:extLst>
          </p:cNvPr>
          <p:cNvSpPr>
            <a:spLocks xmlns:a="http://schemas.openxmlformats.org/drawingml/2006/main" noGrp="1"/>
          </p:cNvSpPr>
          <p:nvPr/>
        </p:nvSpPr>
        <p:spPr>
          <a:xfrm xmlns:a="http://schemas.openxmlformats.org/drawingml/2006/main">
            <a:off x="1162050" y="5219700"/>
            <a:ext cx="9334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526069"/>
                </a:solidFill>
                <a:latin typeface="Hiragino Sans"/>
                <a:ea typeface="Hiragino Sans"/>
                <a:cs typeface="Hiragino Sans"/>
              </a:defRPr>
            </a:pPr>
            <a:r>
              <a:rPr sz="1650" b="0">
                <a:solidFill>
                  <a:srgbClr val="526069"/>
                </a:solidFill>
                <a:latin typeface="Hiragino Sans"/>
                <a:ea typeface="Hiragino Sans"/>
                <a:cs typeface="Hiragino Sans"/>
              </a:rPr>
              <a:t>論文全体は、発表を「話し方」「準備」「当日の対応」まで含む</a:t>
            </a:r>
          </a:p>
          <a:p xmlns:a="http://schemas.openxmlformats.org/drawingml/2006/main">
            <a:pPr algn="l">
              <a:defRPr sz="1650" b="0">
                <a:solidFill>
                  <a:srgbClr val="526069"/>
                </a:solidFill>
                <a:latin typeface="Hiragino Sans"/>
                <a:ea typeface="Hiragino Sans"/>
                <a:cs typeface="Hiragino Sans"/>
              </a:defRPr>
            </a:pPr>
            <a:r>
              <a:rPr sz="1650" b="0">
                <a:solidFill>
                  <a:srgbClr val="526069"/>
                </a:solidFill>
                <a:latin typeface="Hiragino Sans"/>
                <a:ea typeface="Hiragino Sans"/>
                <a:cs typeface="Hiragino Sans"/>
              </a:rPr>
              <a:t>総合的なコミュニケーションとして扱っている。</a:t>
            </a:r>
          </a:p>
        </p:txBody>
      </p:sp>
      <p:sp>
        <p:nvSpPr>
          <p:cNvPr id="25" name="">
            <a:extLst xmlns:a="http://schemas.openxmlformats.org/drawingml/2006/main">
              <a:ext uri="{FF2B5EF4-FFF2-40B4-BE49-F238E27FC236}">
                <a16:creationId xmlns:a16="http://schemas.microsoft.com/office/drawing/2014/main" id="{5F1E184D-052D-4B7A-BB1D-612221654B1F}"/>
              </a:ext>
            </a:extLst>
          </p:cNvPr>
          <p:cNvSpPr>
            <a:spLocks xmlns:a="http://schemas.openxmlformats.org/drawingml/2006/main" noGrp="1"/>
          </p:cNvSpPr>
          <p:nvPr/>
        </p:nvSpPr>
        <p:spPr>
          <a:xfrm xmlns:a="http://schemas.openxmlformats.org/drawingml/2006/main">
            <a:off x="609600" y="6324600"/>
            <a:ext cx="9620250" cy="9525"/>
          </a:xfrm>
          <a:prstGeom xmlns:a="http://schemas.openxmlformats.org/drawingml/2006/main" prst="rect">
            <a:avLst/>
          </a:prstGeom>
          <a:solidFill xmlns:a="http://schemas.openxmlformats.org/drawingml/2006/main">
            <a:srgbClr val="D8D2C5"/>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E012745C-7A78-4831-8486-38277BA78A92}"/>
              </a:ext>
            </a:extLst>
          </p:cNvPr>
          <p:cNvSpPr>
            <a:spLocks xmlns:a="http://schemas.openxmlformats.org/drawingml/2006/main" noGrp="1"/>
          </p:cNvSpPr>
          <p:nvPr/>
        </p:nvSpPr>
        <p:spPr>
          <a:xfrm xmlns:a="http://schemas.openxmlformats.org/drawingml/2006/main">
            <a:off x="609600" y="6429375"/>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26069"/>
                </a:solidFill>
                <a:latin typeface="Hiragino Sans"/>
                <a:ea typeface="Hiragino Sans"/>
                <a:cs typeface="Hiragino Sans"/>
              </a:defRPr>
            </a:pPr>
            <a:r>
              <a:rPr sz="750" b="0">
                <a:solidFill>
                  <a:srgbClr val="526069"/>
                </a:solidFill>
                <a:latin typeface="Hiragino Sans"/>
                <a:ea typeface="Hiragino Sans"/>
                <a:cs typeface="Hiragino Sans"/>
              </a:rPr>
              <a:t>鈴木亨「学会発表の基本テクニック」日本義肢装具学会誌 26(1), 2010</a:t>
            </a:r>
          </a:p>
        </p:txBody>
      </p:sp>
      <p:sp>
        <p:nvSpPr>
          <p:cNvPr id="27" name="">
            <a:extLst xmlns:a="http://schemas.openxmlformats.org/drawingml/2006/main">
              <a:ext uri="{FF2B5EF4-FFF2-40B4-BE49-F238E27FC236}">
                <a16:creationId xmlns:a16="http://schemas.microsoft.com/office/drawing/2014/main" id="{3BE085AF-97BE-492F-8170-3F79247891E9}"/>
              </a:ext>
            </a:extLst>
          </p:cNvPr>
          <p:cNvSpPr>
            <a:spLocks xmlns:a="http://schemas.openxmlformats.org/drawingml/2006/main" noGrp="1"/>
          </p:cNvSpPr>
          <p:nvPr/>
        </p:nvSpPr>
        <p:spPr>
          <a:xfrm xmlns:a="http://schemas.openxmlformats.org/drawingml/2006/main">
            <a:off x="10744200" y="6372225"/>
            <a:ext cx="838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350" b="1">
                <a:solidFill>
                  <a:srgbClr val="006C67"/>
                </a:solidFill>
                <a:latin typeface="Hiragino Sans"/>
                <a:ea typeface="Hiragino Sans"/>
                <a:cs typeface="Hiragino Sans"/>
              </a:defRPr>
            </a:pPr>
            <a:r>
              <a:rPr sz="1350" b="1">
                <a:solidFill>
                  <a:srgbClr val="006C67"/>
                </a:solidFill>
                <a:latin typeface="Hiragino Sans"/>
                <a:ea typeface="Hiragino Sans"/>
                <a:cs typeface="Hiragino Sans"/>
              </a:rPr>
              <a:t>02</a:t>
            </a:r>
          </a:p>
        </p:txBody>
      </p:sp>
    </p:spTree>
    <p:extLst>
      <p:ext uri="{BB962C8B-B14F-4D97-AF65-F5344CB8AC3E}">
        <p14:creationId xmlns:p14="http://schemas.microsoft.com/office/powerpoint/2010/main" val="89233792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5F7E45E-D23E-413C-99C4-CAA6E8FD448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D"/>
          </a:solidFill>
          <a:ln xmlns:a="http://schemas.openxmlformats.org/drawingml/2006/main" w="0">
            <a:solidFill>
              <a:srgbClr val="000000">
                <a:alpha val="0"/>
              </a:srgbClr>
            </a:solidFill>
            <a:prstDash val="solid"/>
          </a:ln>
        </p:spPr>
      </p:sp>
      <p:sp>
        <p:nvSpPr>
          <p:cNvPr id="2" name="kicker-RECEPTION-marker">
            <a:extLst xmlns:a="http://schemas.openxmlformats.org/drawingml/2006/main">
              <a:ext uri="{FF2B5EF4-FFF2-40B4-BE49-F238E27FC236}">
                <a16:creationId xmlns:a16="http://schemas.microsoft.com/office/drawing/2014/main" id="{FE1A64D7-F982-4FBD-8626-B35C96C54B13}"/>
              </a:ext>
            </a:extLst>
          </p:cNvPr>
          <p:cNvSpPr>
            <a:spLocks xmlns:a="http://schemas.openxmlformats.org/drawingml/2006/main" noGrp="1"/>
          </p:cNvSpPr>
          <p:nvPr/>
        </p:nvSpPr>
        <p:spPr>
          <a:xfrm xmlns:a="http://schemas.openxmlformats.org/drawingml/2006/main">
            <a:off x="609600" y="609600"/>
            <a:ext cx="247650" cy="38100"/>
          </a:xfrm>
          <a:prstGeom xmlns:a="http://schemas.openxmlformats.org/drawingml/2006/main" prst="rect">
            <a:avLst/>
          </a:prstGeom>
          <a:solidFill xmlns:a="http://schemas.openxmlformats.org/drawingml/2006/main">
            <a:srgbClr val="006C67"/>
          </a:solidFill>
          <a:ln xmlns:a="http://schemas.openxmlformats.org/drawingml/2006/main" w="0">
            <a:solidFill>
              <a:srgbClr val="006C67"/>
            </a:solidFill>
            <a:prstDash val="solid"/>
          </a:ln>
        </p:spPr>
      </p:sp>
      <p:sp>
        <p:nvSpPr>
          <p:cNvPr id="3" name="kicker-RECEPTION-label">
            <a:extLst xmlns:a="http://schemas.openxmlformats.org/drawingml/2006/main">
              <a:ext uri="{FF2B5EF4-FFF2-40B4-BE49-F238E27FC236}">
                <a16:creationId xmlns:a16="http://schemas.microsoft.com/office/drawing/2014/main" id="{9F36872B-1189-42DB-8CF0-21E60A7DA3C7}"/>
              </a:ext>
            </a:extLst>
          </p:cNvPr>
          <p:cNvSpPr>
            <a:spLocks xmlns:a="http://schemas.openxmlformats.org/drawingml/2006/main" noGrp="1"/>
          </p:cNvSpPr>
          <p:nvPr/>
        </p:nvSpPr>
        <p:spPr>
          <a:xfrm xmlns:a="http://schemas.openxmlformats.org/drawingml/2006/main">
            <a:off x="990600" y="5143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06C67"/>
                </a:solidFill>
                <a:latin typeface="Hiragino Sans"/>
                <a:ea typeface="Hiragino Sans"/>
                <a:cs typeface="Hiragino Sans"/>
              </a:defRPr>
            </a:pPr>
            <a:r>
              <a:rPr sz="1125" b="1">
                <a:solidFill>
                  <a:srgbClr val="006C67"/>
                </a:solidFill>
                <a:latin typeface="Hiragino Sans"/>
                <a:ea typeface="Hiragino Sans"/>
                <a:cs typeface="Hiragino Sans"/>
              </a:rPr>
              <a:t>RECEPTION</a:t>
            </a:r>
          </a:p>
        </p:txBody>
      </p:sp>
      <p:sp>
        <p:nvSpPr>
          <p:cNvPr id="4" name="">
            <a:extLst xmlns:a="http://schemas.openxmlformats.org/drawingml/2006/main">
              <a:ext uri="{FF2B5EF4-FFF2-40B4-BE49-F238E27FC236}">
                <a16:creationId xmlns:a16="http://schemas.microsoft.com/office/drawing/2014/main" id="{CBEFDCF9-2535-4728-8C11-E6A65F9E6A52}"/>
              </a:ext>
            </a:extLst>
          </p:cNvPr>
          <p:cNvSpPr>
            <a:spLocks xmlns:a="http://schemas.openxmlformats.org/drawingml/2006/main" noGrp="1"/>
          </p:cNvSpPr>
          <p:nvPr/>
        </p:nvSpPr>
        <p:spPr>
          <a:xfrm xmlns:a="http://schemas.openxmlformats.org/drawingml/2006/main">
            <a:off x="609600" y="876300"/>
            <a:ext cx="93345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72026"/>
                </a:solidFill>
                <a:latin typeface="Hiragino Sans"/>
                <a:ea typeface="Hiragino Sans"/>
                <a:cs typeface="Hiragino Sans"/>
              </a:defRPr>
            </a:pPr>
            <a:r>
              <a:rPr sz="3000" b="1">
                <a:solidFill>
                  <a:srgbClr val="172026"/>
                </a:solidFill>
                <a:latin typeface="Hiragino Sans"/>
                <a:ea typeface="Hiragino Sans"/>
                <a:cs typeface="Hiragino Sans"/>
              </a:rPr>
              <a:t>聴衆が受け取る印象は、言葉だけでは決まらない。</a:t>
            </a:r>
          </a:p>
        </p:txBody>
      </p:sp>
      <p:sp>
        <p:nvSpPr>
          <p:cNvPr id="5" name="">
            <a:extLst xmlns:a="http://schemas.openxmlformats.org/drawingml/2006/main">
              <a:ext uri="{FF2B5EF4-FFF2-40B4-BE49-F238E27FC236}">
                <a16:creationId xmlns:a16="http://schemas.microsoft.com/office/drawing/2014/main" id="{E14023D8-A3FF-4E38-B49D-54C7B7885362}"/>
              </a:ext>
            </a:extLst>
          </p:cNvPr>
          <p:cNvSpPr>
            <a:spLocks xmlns:a="http://schemas.openxmlformats.org/drawingml/2006/main" noGrp="1"/>
          </p:cNvSpPr>
          <p:nvPr/>
        </p:nvSpPr>
        <p:spPr>
          <a:xfrm xmlns:a="http://schemas.openxmlformats.org/drawingml/2006/main">
            <a:off x="1104900" y="2571750"/>
            <a:ext cx="580072" cy="723900"/>
          </a:xfrm>
          <a:prstGeom xmlns:a="http://schemas.openxmlformats.org/drawingml/2006/main" prst="rect">
            <a:avLst/>
          </a:prstGeom>
          <a:solidFill xmlns:a="http://schemas.openxmlformats.org/drawingml/2006/main">
            <a:srgbClr val="526069"/>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366BFF59-BD5C-418C-8857-A4EF16416113}"/>
              </a:ext>
            </a:extLst>
          </p:cNvPr>
          <p:cNvSpPr>
            <a:spLocks xmlns:a="http://schemas.openxmlformats.org/drawingml/2006/main" noGrp="1"/>
          </p:cNvSpPr>
          <p:nvPr/>
        </p:nvSpPr>
        <p:spPr>
          <a:xfrm xmlns:a="http://schemas.openxmlformats.org/drawingml/2006/main">
            <a:off x="1238250" y="2705100"/>
            <a:ext cx="4572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75" b="1">
                <a:solidFill>
                  <a:srgbClr val="FFFFFF"/>
                </a:solidFill>
                <a:latin typeface="Hiragino Sans"/>
                <a:ea typeface="Hiragino Sans"/>
                <a:cs typeface="Hiragino Sans"/>
              </a:defRPr>
            </a:pPr>
            <a:r>
              <a:rPr sz="1875" b="1">
                <a:solidFill>
                  <a:srgbClr val="FFFFFF"/>
                </a:solidFill>
                <a:latin typeface="Hiragino Sans"/>
                <a:ea typeface="Hiragino Sans"/>
                <a:cs typeface="Hiragino Sans"/>
              </a:rPr>
              <a:t>7%</a:t>
            </a:r>
          </a:p>
        </p:txBody>
      </p:sp>
      <p:sp>
        <p:nvSpPr>
          <p:cNvPr id="7" name="">
            <a:extLst xmlns:a="http://schemas.openxmlformats.org/drawingml/2006/main">
              <a:ext uri="{FF2B5EF4-FFF2-40B4-BE49-F238E27FC236}">
                <a16:creationId xmlns:a16="http://schemas.microsoft.com/office/drawing/2014/main" id="{4B485540-20FC-4615-A161-03E867802B54}"/>
              </a:ext>
            </a:extLst>
          </p:cNvPr>
          <p:cNvSpPr>
            <a:spLocks xmlns:a="http://schemas.openxmlformats.org/drawingml/2006/main" noGrp="1"/>
          </p:cNvSpPr>
          <p:nvPr/>
        </p:nvSpPr>
        <p:spPr>
          <a:xfrm xmlns:a="http://schemas.openxmlformats.org/drawingml/2006/main">
            <a:off x="1104900" y="3467100"/>
            <a:ext cx="580072"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75" b="1">
                <a:solidFill>
                  <a:srgbClr val="526069"/>
                </a:solidFill>
                <a:latin typeface="Hiragino Sans"/>
                <a:ea typeface="Hiragino Sans"/>
                <a:cs typeface="Hiragino Sans"/>
              </a:defRPr>
            </a:pPr>
            <a:r>
              <a:rPr sz="1575" b="1">
                <a:solidFill>
                  <a:srgbClr val="526069"/>
                </a:solidFill>
                <a:latin typeface="Hiragino Sans"/>
                <a:ea typeface="Hiragino Sans"/>
                <a:cs typeface="Hiragino Sans"/>
              </a:rPr>
              <a:t>言葉</a:t>
            </a:r>
          </a:p>
        </p:txBody>
      </p:sp>
      <p:sp>
        <p:nvSpPr>
          <p:cNvPr id="8" name="">
            <a:extLst xmlns:a="http://schemas.openxmlformats.org/drawingml/2006/main">
              <a:ext uri="{FF2B5EF4-FFF2-40B4-BE49-F238E27FC236}">
                <a16:creationId xmlns:a16="http://schemas.microsoft.com/office/drawing/2014/main" id="{5927182B-848C-4BB8-8583-8CF9901ED014}"/>
              </a:ext>
            </a:extLst>
          </p:cNvPr>
          <p:cNvSpPr>
            <a:spLocks xmlns:a="http://schemas.openxmlformats.org/drawingml/2006/main" noGrp="1"/>
          </p:cNvSpPr>
          <p:nvPr/>
        </p:nvSpPr>
        <p:spPr>
          <a:xfrm xmlns:a="http://schemas.openxmlformats.org/drawingml/2006/main">
            <a:off x="1684972" y="2571750"/>
            <a:ext cx="3148965" cy="723900"/>
          </a:xfrm>
          <a:prstGeom xmlns:a="http://schemas.openxmlformats.org/drawingml/2006/main" prst="rect">
            <a:avLst/>
          </a:prstGeom>
          <a:solidFill xmlns:a="http://schemas.openxmlformats.org/drawingml/2006/main">
            <a:srgbClr val="006C67"/>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E09E8894-3C7E-4B2C-BACA-C20B2B6CBCD0}"/>
              </a:ext>
            </a:extLst>
          </p:cNvPr>
          <p:cNvSpPr>
            <a:spLocks xmlns:a="http://schemas.openxmlformats.org/drawingml/2006/main" noGrp="1"/>
          </p:cNvSpPr>
          <p:nvPr/>
        </p:nvSpPr>
        <p:spPr>
          <a:xfrm xmlns:a="http://schemas.openxmlformats.org/drawingml/2006/main">
            <a:off x="1818322" y="2705100"/>
            <a:ext cx="288226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75" b="1">
                <a:solidFill>
                  <a:srgbClr val="FFFFFF"/>
                </a:solidFill>
                <a:latin typeface="Hiragino Sans"/>
                <a:ea typeface="Hiragino Sans"/>
                <a:cs typeface="Hiragino Sans"/>
              </a:defRPr>
            </a:pPr>
            <a:r>
              <a:rPr sz="1875" b="1">
                <a:solidFill>
                  <a:srgbClr val="FFFFFF"/>
                </a:solidFill>
                <a:latin typeface="Hiragino Sans"/>
                <a:ea typeface="Hiragino Sans"/>
                <a:cs typeface="Hiragino Sans"/>
              </a:rPr>
              <a:t>38%</a:t>
            </a:r>
          </a:p>
        </p:txBody>
      </p:sp>
      <p:sp>
        <p:nvSpPr>
          <p:cNvPr id="10" name="">
            <a:extLst xmlns:a="http://schemas.openxmlformats.org/drawingml/2006/main">
              <a:ext uri="{FF2B5EF4-FFF2-40B4-BE49-F238E27FC236}">
                <a16:creationId xmlns:a16="http://schemas.microsoft.com/office/drawing/2014/main" id="{59B11E11-6330-4A90-8E9A-7A66F9A50BFA}"/>
              </a:ext>
            </a:extLst>
          </p:cNvPr>
          <p:cNvSpPr>
            <a:spLocks xmlns:a="http://schemas.openxmlformats.org/drawingml/2006/main" noGrp="1"/>
          </p:cNvSpPr>
          <p:nvPr/>
        </p:nvSpPr>
        <p:spPr>
          <a:xfrm xmlns:a="http://schemas.openxmlformats.org/drawingml/2006/main">
            <a:off x="1684972" y="3467100"/>
            <a:ext cx="314896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75" b="1">
                <a:solidFill>
                  <a:srgbClr val="006C67"/>
                </a:solidFill>
                <a:latin typeface="Hiragino Sans"/>
                <a:ea typeface="Hiragino Sans"/>
                <a:cs typeface="Hiragino Sans"/>
              </a:defRPr>
            </a:pPr>
            <a:r>
              <a:rPr sz="1575" b="1">
                <a:solidFill>
                  <a:srgbClr val="006C67"/>
                </a:solidFill>
                <a:latin typeface="Hiragino Sans"/>
                <a:ea typeface="Hiragino Sans"/>
                <a:cs typeface="Hiragino Sans"/>
              </a:rPr>
              <a:t>声</a:t>
            </a:r>
          </a:p>
        </p:txBody>
      </p:sp>
      <p:sp>
        <p:nvSpPr>
          <p:cNvPr id="11" name="">
            <a:extLst xmlns:a="http://schemas.openxmlformats.org/drawingml/2006/main">
              <a:ext uri="{FF2B5EF4-FFF2-40B4-BE49-F238E27FC236}">
                <a16:creationId xmlns:a16="http://schemas.microsoft.com/office/drawing/2014/main" id="{AD0036EF-57E7-44EF-8E5E-9B0A0020C44E}"/>
              </a:ext>
            </a:extLst>
          </p:cNvPr>
          <p:cNvSpPr>
            <a:spLocks xmlns:a="http://schemas.openxmlformats.org/drawingml/2006/main" noGrp="1"/>
          </p:cNvSpPr>
          <p:nvPr/>
        </p:nvSpPr>
        <p:spPr>
          <a:xfrm xmlns:a="http://schemas.openxmlformats.org/drawingml/2006/main">
            <a:off x="4833937" y="2571750"/>
            <a:ext cx="4557712" cy="723900"/>
          </a:xfrm>
          <a:prstGeom xmlns:a="http://schemas.openxmlformats.org/drawingml/2006/main" prst="rect">
            <a:avLst/>
          </a:prstGeom>
          <a:solidFill xmlns:a="http://schemas.openxmlformats.org/drawingml/2006/main">
            <a:srgbClr val="172026"/>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96C865E0-C2F2-46CA-94A2-DD902981A4E4}"/>
              </a:ext>
            </a:extLst>
          </p:cNvPr>
          <p:cNvSpPr>
            <a:spLocks xmlns:a="http://schemas.openxmlformats.org/drawingml/2006/main" noGrp="1"/>
          </p:cNvSpPr>
          <p:nvPr/>
        </p:nvSpPr>
        <p:spPr>
          <a:xfrm xmlns:a="http://schemas.openxmlformats.org/drawingml/2006/main">
            <a:off x="4967288" y="2705100"/>
            <a:ext cx="4291012"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75" b="1">
                <a:solidFill>
                  <a:srgbClr val="FFFFFF"/>
                </a:solidFill>
                <a:latin typeface="Hiragino Sans"/>
                <a:ea typeface="Hiragino Sans"/>
                <a:cs typeface="Hiragino Sans"/>
              </a:defRPr>
            </a:pPr>
            <a:r>
              <a:rPr sz="1875" b="1">
                <a:solidFill>
                  <a:srgbClr val="FFFFFF"/>
                </a:solidFill>
                <a:latin typeface="Hiragino Sans"/>
                <a:ea typeface="Hiragino Sans"/>
                <a:cs typeface="Hiragino Sans"/>
              </a:rPr>
              <a:t>55%</a:t>
            </a:r>
          </a:p>
        </p:txBody>
      </p:sp>
      <p:sp>
        <p:nvSpPr>
          <p:cNvPr id="13" name="">
            <a:extLst xmlns:a="http://schemas.openxmlformats.org/drawingml/2006/main">
              <a:ext uri="{FF2B5EF4-FFF2-40B4-BE49-F238E27FC236}">
                <a16:creationId xmlns:a16="http://schemas.microsoft.com/office/drawing/2014/main" id="{8D1ECA1A-7D29-4562-9B99-8AF2DF7F9B98}"/>
              </a:ext>
            </a:extLst>
          </p:cNvPr>
          <p:cNvSpPr>
            <a:spLocks xmlns:a="http://schemas.openxmlformats.org/drawingml/2006/main" noGrp="1"/>
          </p:cNvSpPr>
          <p:nvPr/>
        </p:nvSpPr>
        <p:spPr>
          <a:xfrm xmlns:a="http://schemas.openxmlformats.org/drawingml/2006/main">
            <a:off x="4833937" y="3467100"/>
            <a:ext cx="4557712"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75" b="1">
                <a:solidFill>
                  <a:srgbClr val="172026"/>
                </a:solidFill>
                <a:latin typeface="Hiragino Sans"/>
                <a:ea typeface="Hiragino Sans"/>
                <a:cs typeface="Hiragino Sans"/>
              </a:defRPr>
            </a:pPr>
            <a:r>
              <a:rPr sz="1575" b="1">
                <a:solidFill>
                  <a:srgbClr val="172026"/>
                </a:solidFill>
                <a:latin typeface="Hiragino Sans"/>
                <a:ea typeface="Hiragino Sans"/>
                <a:cs typeface="Hiragino Sans"/>
              </a:rPr>
              <a:t>態度</a:t>
            </a:r>
          </a:p>
        </p:txBody>
      </p:sp>
      <p:sp>
        <p:nvSpPr>
          <p:cNvPr id="14" name="">
            <a:extLst xmlns:a="http://schemas.openxmlformats.org/drawingml/2006/main">
              <a:ext uri="{FF2B5EF4-FFF2-40B4-BE49-F238E27FC236}">
                <a16:creationId xmlns:a16="http://schemas.microsoft.com/office/drawing/2014/main" id="{C505CE75-38EF-426E-A248-E1687647BBEF}"/>
              </a:ext>
            </a:extLst>
          </p:cNvPr>
          <p:cNvSpPr>
            <a:spLocks xmlns:a="http://schemas.openxmlformats.org/drawingml/2006/main" noGrp="1"/>
          </p:cNvSpPr>
          <p:nvPr/>
        </p:nvSpPr>
        <p:spPr>
          <a:xfrm xmlns:a="http://schemas.openxmlformats.org/drawingml/2006/main">
            <a:off x="1104900" y="3848100"/>
            <a:ext cx="8286750" cy="19050"/>
          </a:xfrm>
          <a:prstGeom xmlns:a="http://schemas.openxmlformats.org/drawingml/2006/main" prst="rect">
            <a:avLst/>
          </a:prstGeom>
          <a:solidFill xmlns:a="http://schemas.openxmlformats.org/drawingml/2006/main">
            <a:srgbClr val="D8D2C5"/>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DFA2EFAC-F9D7-4062-9F57-82FBEAFBD3FC}"/>
              </a:ext>
            </a:extLst>
          </p:cNvPr>
          <p:cNvSpPr>
            <a:spLocks xmlns:a="http://schemas.openxmlformats.org/drawingml/2006/main" noGrp="1"/>
          </p:cNvSpPr>
          <p:nvPr/>
        </p:nvSpPr>
        <p:spPr>
          <a:xfrm xmlns:a="http://schemas.openxmlformats.org/drawingml/2006/main">
            <a:off x="6934200" y="4324350"/>
            <a:ext cx="3714750" cy="13716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5"/>
            </a:solidFill>
            <a:prstDash val="solid"/>
          </a:ln>
        </p:spPr>
      </p:sp>
      <p:sp>
        <p:nvSpPr>
          <p:cNvPr id="16" name="">
            <a:extLst xmlns:a="http://schemas.openxmlformats.org/drawingml/2006/main">
              <a:ext uri="{FF2B5EF4-FFF2-40B4-BE49-F238E27FC236}">
                <a16:creationId xmlns:a16="http://schemas.microsoft.com/office/drawing/2014/main" id="{501BB8DA-B993-482E-ABD6-FDF734DEC0D5}"/>
              </a:ext>
            </a:extLst>
          </p:cNvPr>
          <p:cNvSpPr>
            <a:spLocks xmlns:a="http://schemas.openxmlformats.org/drawingml/2006/main" noGrp="1"/>
          </p:cNvSpPr>
          <p:nvPr/>
        </p:nvSpPr>
        <p:spPr>
          <a:xfrm xmlns:a="http://schemas.openxmlformats.org/drawingml/2006/main">
            <a:off x="7143750" y="4514850"/>
            <a:ext cx="32956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06C67"/>
                </a:solidFill>
                <a:latin typeface="Hiragino Sans"/>
                <a:ea typeface="Hiragino Sans"/>
                <a:cs typeface="Hiragino Sans"/>
              </a:defRPr>
            </a:pPr>
            <a:r>
              <a:rPr sz="1200" b="1">
                <a:solidFill>
                  <a:srgbClr val="006C67"/>
                </a:solidFill>
                <a:latin typeface="Hiragino Sans"/>
                <a:ea typeface="Hiragino Sans"/>
                <a:cs typeface="Hiragino Sans"/>
              </a:rPr>
              <a:t>このスライドの読み方</a:t>
            </a:r>
          </a:p>
        </p:txBody>
      </p:sp>
      <p:sp>
        <p:nvSpPr>
          <p:cNvPr id="17" name="">
            <a:extLst xmlns:a="http://schemas.openxmlformats.org/drawingml/2006/main">
              <a:ext uri="{FF2B5EF4-FFF2-40B4-BE49-F238E27FC236}">
                <a16:creationId xmlns:a16="http://schemas.microsoft.com/office/drawing/2014/main" id="{0B993FF9-B956-4EE8-AABF-70FB0CCBAAAA}"/>
              </a:ext>
            </a:extLst>
          </p:cNvPr>
          <p:cNvSpPr>
            <a:spLocks xmlns:a="http://schemas.openxmlformats.org/drawingml/2006/main" noGrp="1"/>
          </p:cNvSpPr>
          <p:nvPr/>
        </p:nvSpPr>
        <p:spPr>
          <a:xfrm xmlns:a="http://schemas.openxmlformats.org/drawingml/2006/main">
            <a:off x="7143750" y="4876800"/>
            <a:ext cx="32956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72026"/>
                </a:solidFill>
                <a:latin typeface="Hiragino Sans"/>
                <a:ea typeface="Hiragino Sans"/>
                <a:cs typeface="Hiragino Sans"/>
              </a:defRPr>
            </a:pPr>
            <a:r>
              <a:rPr sz="1425" b="0">
                <a:solidFill>
                  <a:srgbClr val="172026"/>
                </a:solidFill>
                <a:latin typeface="Hiragino Sans"/>
                <a:ea typeface="Hiragino Sans"/>
                <a:cs typeface="Hiragino Sans"/>
              </a:rPr>
              <a:t>原稿の言葉は重要。ただし、</a:t>
            </a:r>
          </a:p>
          <a:p xmlns:a="http://schemas.openxmlformats.org/drawingml/2006/main">
            <a:pPr algn="l">
              <a:defRPr sz="1425" b="0">
                <a:solidFill>
                  <a:srgbClr val="172026"/>
                </a:solidFill>
                <a:latin typeface="Hiragino Sans"/>
                <a:ea typeface="Hiragino Sans"/>
                <a:cs typeface="Hiragino Sans"/>
              </a:defRPr>
            </a:pPr>
            <a:r>
              <a:rPr sz="1425" b="0">
                <a:solidFill>
                  <a:srgbClr val="172026"/>
                </a:solidFill>
                <a:latin typeface="Hiragino Sans"/>
                <a:ea typeface="Hiragino Sans"/>
                <a:cs typeface="Hiragino Sans"/>
              </a:rPr>
              <a:t>声の大きさ・抑揚・視線・姿勢が、</a:t>
            </a:r>
          </a:p>
          <a:p xmlns:a="http://schemas.openxmlformats.org/drawingml/2006/main">
            <a:pPr algn="l">
              <a:defRPr sz="1425" b="0">
                <a:solidFill>
                  <a:srgbClr val="172026"/>
                </a:solidFill>
                <a:latin typeface="Hiragino Sans"/>
                <a:ea typeface="Hiragino Sans"/>
                <a:cs typeface="Hiragino Sans"/>
              </a:defRPr>
            </a:pPr>
            <a:r>
              <a:rPr sz="1425" b="0">
                <a:solidFill>
                  <a:srgbClr val="172026"/>
                </a:solidFill>
                <a:latin typeface="Hiragino Sans"/>
                <a:ea typeface="Hiragino Sans"/>
                <a:cs typeface="Hiragino Sans"/>
              </a:rPr>
              <a:t>聴衆の理解と印象を大きく左右する。</a:t>
            </a:r>
          </a:p>
        </p:txBody>
      </p:sp>
      <p:sp>
        <p:nvSpPr>
          <p:cNvPr id="18" name="">
            <a:extLst xmlns:a="http://schemas.openxmlformats.org/drawingml/2006/main">
              <a:ext uri="{FF2B5EF4-FFF2-40B4-BE49-F238E27FC236}">
                <a16:creationId xmlns:a16="http://schemas.microsoft.com/office/drawing/2014/main" id="{3439428C-C914-4D6D-9AFC-A4478021CFFC}"/>
              </a:ext>
            </a:extLst>
          </p:cNvPr>
          <p:cNvSpPr>
            <a:spLocks xmlns:a="http://schemas.openxmlformats.org/drawingml/2006/main" noGrp="1"/>
          </p:cNvSpPr>
          <p:nvPr/>
        </p:nvSpPr>
        <p:spPr>
          <a:xfrm xmlns:a="http://schemas.openxmlformats.org/drawingml/2006/main">
            <a:off x="1219200" y="4495800"/>
            <a:ext cx="76200" cy="76200"/>
          </a:xfrm>
          <a:prstGeom xmlns:a="http://schemas.openxmlformats.org/drawingml/2006/main" prst="rect">
            <a:avLst/>
          </a:prstGeom>
          <a:solidFill xmlns:a="http://schemas.openxmlformats.org/drawingml/2006/main">
            <a:srgbClr val="006C67"/>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368475A3-6B2B-4ABC-A742-6D95BD10A1BF}"/>
              </a:ext>
            </a:extLst>
          </p:cNvPr>
          <p:cNvSpPr>
            <a:spLocks xmlns:a="http://schemas.openxmlformats.org/drawingml/2006/main" noGrp="1"/>
          </p:cNvSpPr>
          <p:nvPr/>
        </p:nvSpPr>
        <p:spPr>
          <a:xfrm xmlns:a="http://schemas.openxmlformats.org/drawingml/2006/main">
            <a:off x="1447800" y="4400550"/>
            <a:ext cx="48196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72026"/>
                </a:solidFill>
                <a:latin typeface="Hiragino Sans"/>
                <a:ea typeface="Hiragino Sans"/>
                <a:cs typeface="Hiragino Sans"/>
              </a:defRPr>
            </a:pPr>
            <a:r>
              <a:rPr sz="1650" b="0">
                <a:solidFill>
                  <a:srgbClr val="172026"/>
                </a:solidFill>
                <a:latin typeface="Hiragino Sans"/>
                <a:ea typeface="Hiragino Sans"/>
                <a:cs typeface="Hiragino Sans"/>
              </a:rPr>
              <a:t>スライドを見続けない</a:t>
            </a:r>
          </a:p>
        </p:txBody>
      </p:sp>
      <p:sp>
        <p:nvSpPr>
          <p:cNvPr id="20" name="">
            <a:extLst xmlns:a="http://schemas.openxmlformats.org/drawingml/2006/main">
              <a:ext uri="{FF2B5EF4-FFF2-40B4-BE49-F238E27FC236}">
                <a16:creationId xmlns:a16="http://schemas.microsoft.com/office/drawing/2014/main" id="{D7377DB9-1265-451C-A6B8-F5023EABC6B3}"/>
              </a:ext>
            </a:extLst>
          </p:cNvPr>
          <p:cNvSpPr>
            <a:spLocks xmlns:a="http://schemas.openxmlformats.org/drawingml/2006/main" noGrp="1"/>
          </p:cNvSpPr>
          <p:nvPr/>
        </p:nvSpPr>
        <p:spPr>
          <a:xfrm xmlns:a="http://schemas.openxmlformats.org/drawingml/2006/main">
            <a:off x="1219200" y="4895850"/>
            <a:ext cx="76200" cy="76200"/>
          </a:xfrm>
          <a:prstGeom xmlns:a="http://schemas.openxmlformats.org/drawingml/2006/main" prst="rect">
            <a:avLst/>
          </a:prstGeom>
          <a:solidFill xmlns:a="http://schemas.openxmlformats.org/drawingml/2006/main">
            <a:srgbClr val="006C67"/>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90FA697B-3419-42F5-B179-B936C2E3093A}"/>
              </a:ext>
            </a:extLst>
          </p:cNvPr>
          <p:cNvSpPr>
            <a:spLocks xmlns:a="http://schemas.openxmlformats.org/drawingml/2006/main" noGrp="1"/>
          </p:cNvSpPr>
          <p:nvPr/>
        </p:nvSpPr>
        <p:spPr>
          <a:xfrm xmlns:a="http://schemas.openxmlformats.org/drawingml/2006/main">
            <a:off x="1447800" y="4800600"/>
            <a:ext cx="48196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72026"/>
                </a:solidFill>
                <a:latin typeface="Hiragino Sans"/>
                <a:ea typeface="Hiragino Sans"/>
                <a:cs typeface="Hiragino Sans"/>
              </a:defRPr>
            </a:pPr>
            <a:r>
              <a:rPr sz="1650" b="0">
                <a:solidFill>
                  <a:srgbClr val="172026"/>
                </a:solidFill>
                <a:latin typeface="Hiragino Sans"/>
                <a:ea typeface="Hiragino Sans"/>
                <a:cs typeface="Hiragino Sans"/>
              </a:rPr>
              <a:t>前を向いて話す</a:t>
            </a:r>
          </a:p>
        </p:txBody>
      </p:sp>
      <p:sp>
        <p:nvSpPr>
          <p:cNvPr id="22" name="">
            <a:extLst xmlns:a="http://schemas.openxmlformats.org/drawingml/2006/main">
              <a:ext uri="{FF2B5EF4-FFF2-40B4-BE49-F238E27FC236}">
                <a16:creationId xmlns:a16="http://schemas.microsoft.com/office/drawing/2014/main" id="{05F64965-3CB7-4D39-B7F7-79732AE8CD4D}"/>
              </a:ext>
            </a:extLst>
          </p:cNvPr>
          <p:cNvSpPr>
            <a:spLocks xmlns:a="http://schemas.openxmlformats.org/drawingml/2006/main" noGrp="1"/>
          </p:cNvSpPr>
          <p:nvPr/>
        </p:nvSpPr>
        <p:spPr>
          <a:xfrm xmlns:a="http://schemas.openxmlformats.org/drawingml/2006/main">
            <a:off x="1219200" y="5295900"/>
            <a:ext cx="76200" cy="76200"/>
          </a:xfrm>
          <a:prstGeom xmlns:a="http://schemas.openxmlformats.org/drawingml/2006/main" prst="rect">
            <a:avLst/>
          </a:prstGeom>
          <a:solidFill xmlns:a="http://schemas.openxmlformats.org/drawingml/2006/main">
            <a:srgbClr val="006C67"/>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CAD103D0-E048-4BD8-AED3-EF738A8A824C}"/>
              </a:ext>
            </a:extLst>
          </p:cNvPr>
          <p:cNvSpPr>
            <a:spLocks xmlns:a="http://schemas.openxmlformats.org/drawingml/2006/main" noGrp="1"/>
          </p:cNvSpPr>
          <p:nvPr/>
        </p:nvSpPr>
        <p:spPr>
          <a:xfrm xmlns:a="http://schemas.openxmlformats.org/drawingml/2006/main">
            <a:off x="1447800" y="5200650"/>
            <a:ext cx="48196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72026"/>
                </a:solidFill>
                <a:latin typeface="Hiragino Sans"/>
                <a:ea typeface="Hiragino Sans"/>
                <a:cs typeface="Hiragino Sans"/>
              </a:defRPr>
            </a:pPr>
            <a:r>
              <a:rPr sz="1650" b="0">
                <a:solidFill>
                  <a:srgbClr val="172026"/>
                </a:solidFill>
                <a:latin typeface="Hiragino Sans"/>
                <a:ea typeface="Hiragino Sans"/>
                <a:cs typeface="Hiragino Sans"/>
              </a:rPr>
              <a:t>重要点で聴衆と目を合わせる</a:t>
            </a:r>
          </a:p>
        </p:txBody>
      </p:sp>
      <p:sp>
        <p:nvSpPr>
          <p:cNvPr id="24" name="">
            <a:extLst xmlns:a="http://schemas.openxmlformats.org/drawingml/2006/main">
              <a:ext uri="{FF2B5EF4-FFF2-40B4-BE49-F238E27FC236}">
                <a16:creationId xmlns:a16="http://schemas.microsoft.com/office/drawing/2014/main" id="{3FC1E120-7036-4F66-84B0-B9DBA7CE8628}"/>
              </a:ext>
            </a:extLst>
          </p:cNvPr>
          <p:cNvSpPr>
            <a:spLocks xmlns:a="http://schemas.openxmlformats.org/drawingml/2006/main" noGrp="1"/>
          </p:cNvSpPr>
          <p:nvPr/>
        </p:nvSpPr>
        <p:spPr>
          <a:xfrm xmlns:a="http://schemas.openxmlformats.org/drawingml/2006/main">
            <a:off x="609600" y="6324600"/>
            <a:ext cx="9620250" cy="9525"/>
          </a:xfrm>
          <a:prstGeom xmlns:a="http://schemas.openxmlformats.org/drawingml/2006/main" prst="rect">
            <a:avLst/>
          </a:prstGeom>
          <a:solidFill xmlns:a="http://schemas.openxmlformats.org/drawingml/2006/main">
            <a:srgbClr val="D8D2C5"/>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EE9E091F-A76A-4881-8C84-2BDCC95D7332}"/>
              </a:ext>
            </a:extLst>
          </p:cNvPr>
          <p:cNvSpPr>
            <a:spLocks xmlns:a="http://schemas.openxmlformats.org/drawingml/2006/main" noGrp="1"/>
          </p:cNvSpPr>
          <p:nvPr/>
        </p:nvSpPr>
        <p:spPr>
          <a:xfrm xmlns:a="http://schemas.openxmlformats.org/drawingml/2006/main">
            <a:off x="609600" y="6429375"/>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26069"/>
                </a:solidFill>
                <a:latin typeface="Hiragino Sans"/>
                <a:ea typeface="Hiragino Sans"/>
                <a:cs typeface="Hiragino Sans"/>
              </a:defRPr>
            </a:pPr>
            <a:r>
              <a:rPr sz="750" b="0">
                <a:solidFill>
                  <a:srgbClr val="526069"/>
                </a:solidFill>
                <a:latin typeface="Hiragino Sans"/>
                <a:ea typeface="Hiragino Sans"/>
                <a:cs typeface="Hiragino Sans"/>
              </a:rPr>
              <a:t>論文内で紹介されたコミュニケーション要素の比率を要約</a:t>
            </a:r>
          </a:p>
        </p:txBody>
      </p:sp>
      <p:sp>
        <p:nvSpPr>
          <p:cNvPr id="26" name="">
            <a:extLst xmlns:a="http://schemas.openxmlformats.org/drawingml/2006/main">
              <a:ext uri="{FF2B5EF4-FFF2-40B4-BE49-F238E27FC236}">
                <a16:creationId xmlns:a16="http://schemas.microsoft.com/office/drawing/2014/main" id="{C73865F7-83E6-4E50-AF5C-0A3E58B20BD8}"/>
              </a:ext>
            </a:extLst>
          </p:cNvPr>
          <p:cNvSpPr>
            <a:spLocks xmlns:a="http://schemas.openxmlformats.org/drawingml/2006/main" noGrp="1"/>
          </p:cNvSpPr>
          <p:nvPr/>
        </p:nvSpPr>
        <p:spPr>
          <a:xfrm xmlns:a="http://schemas.openxmlformats.org/drawingml/2006/main">
            <a:off x="10744200" y="6372225"/>
            <a:ext cx="838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350" b="1">
                <a:solidFill>
                  <a:srgbClr val="006C67"/>
                </a:solidFill>
                <a:latin typeface="Hiragino Sans"/>
                <a:ea typeface="Hiragino Sans"/>
                <a:cs typeface="Hiragino Sans"/>
              </a:defRPr>
            </a:pPr>
            <a:r>
              <a:rPr sz="1350" b="1">
                <a:solidFill>
                  <a:srgbClr val="006C67"/>
                </a:solidFill>
                <a:latin typeface="Hiragino Sans"/>
                <a:ea typeface="Hiragino Sans"/>
                <a:cs typeface="Hiragino Sans"/>
              </a:rPr>
              <a:t>03</a:t>
            </a:r>
          </a:p>
        </p:txBody>
      </p:sp>
    </p:spTree>
    <p:extLst>
      <p:ext uri="{BB962C8B-B14F-4D97-AF65-F5344CB8AC3E}">
        <p14:creationId xmlns:p14="http://schemas.microsoft.com/office/powerpoint/2010/main" val="130200759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41B898A-634F-40E1-826F-B124870A9B4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D"/>
          </a:solidFill>
          <a:ln xmlns:a="http://schemas.openxmlformats.org/drawingml/2006/main" w="0">
            <a:solidFill>
              <a:srgbClr val="000000">
                <a:alpha val="0"/>
              </a:srgbClr>
            </a:solidFill>
            <a:prstDash val="solid"/>
          </a:ln>
        </p:spPr>
      </p:sp>
      <p:sp>
        <p:nvSpPr>
          <p:cNvPr id="2" name="kicker-POSTURE-marker">
            <a:extLst xmlns:a="http://schemas.openxmlformats.org/drawingml/2006/main">
              <a:ext uri="{FF2B5EF4-FFF2-40B4-BE49-F238E27FC236}">
                <a16:creationId xmlns:a16="http://schemas.microsoft.com/office/drawing/2014/main" id="{61B9D087-5854-46CD-8D5D-36F75408257A}"/>
              </a:ext>
            </a:extLst>
          </p:cNvPr>
          <p:cNvSpPr>
            <a:spLocks xmlns:a="http://schemas.openxmlformats.org/drawingml/2006/main" noGrp="1"/>
          </p:cNvSpPr>
          <p:nvPr/>
        </p:nvSpPr>
        <p:spPr>
          <a:xfrm xmlns:a="http://schemas.openxmlformats.org/drawingml/2006/main">
            <a:off x="609600" y="609600"/>
            <a:ext cx="247650" cy="38100"/>
          </a:xfrm>
          <a:prstGeom xmlns:a="http://schemas.openxmlformats.org/drawingml/2006/main" prst="rect">
            <a:avLst/>
          </a:prstGeom>
          <a:solidFill xmlns:a="http://schemas.openxmlformats.org/drawingml/2006/main">
            <a:srgbClr val="006C67"/>
          </a:solidFill>
          <a:ln xmlns:a="http://schemas.openxmlformats.org/drawingml/2006/main" w="0">
            <a:solidFill>
              <a:srgbClr val="006C67"/>
            </a:solidFill>
            <a:prstDash val="solid"/>
          </a:ln>
        </p:spPr>
      </p:sp>
      <p:sp>
        <p:nvSpPr>
          <p:cNvPr id="3" name="kicker-POSTURE-label">
            <a:extLst xmlns:a="http://schemas.openxmlformats.org/drawingml/2006/main">
              <a:ext uri="{FF2B5EF4-FFF2-40B4-BE49-F238E27FC236}">
                <a16:creationId xmlns:a16="http://schemas.microsoft.com/office/drawing/2014/main" id="{CCAEED10-25A7-419B-849E-AF5C50B06D09}"/>
              </a:ext>
            </a:extLst>
          </p:cNvPr>
          <p:cNvSpPr>
            <a:spLocks xmlns:a="http://schemas.openxmlformats.org/drawingml/2006/main" noGrp="1"/>
          </p:cNvSpPr>
          <p:nvPr/>
        </p:nvSpPr>
        <p:spPr>
          <a:xfrm xmlns:a="http://schemas.openxmlformats.org/drawingml/2006/main">
            <a:off x="990600" y="5143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06C67"/>
                </a:solidFill>
                <a:latin typeface="Hiragino Sans"/>
                <a:ea typeface="Hiragino Sans"/>
                <a:cs typeface="Hiragino Sans"/>
              </a:defRPr>
            </a:pPr>
            <a:r>
              <a:rPr sz="1125" b="1">
                <a:solidFill>
                  <a:srgbClr val="006C67"/>
                </a:solidFill>
                <a:latin typeface="Hiragino Sans"/>
                <a:ea typeface="Hiragino Sans"/>
                <a:cs typeface="Hiragino Sans"/>
              </a:rPr>
              <a:t>POSTURE</a:t>
            </a:r>
          </a:p>
        </p:txBody>
      </p:sp>
      <p:sp>
        <p:nvSpPr>
          <p:cNvPr id="4" name="">
            <a:extLst xmlns:a="http://schemas.openxmlformats.org/drawingml/2006/main">
              <a:ext uri="{FF2B5EF4-FFF2-40B4-BE49-F238E27FC236}">
                <a16:creationId xmlns:a16="http://schemas.microsoft.com/office/drawing/2014/main" id="{9FBE34FB-1E60-47BC-BB8C-EC0C54A2522C}"/>
              </a:ext>
            </a:extLst>
          </p:cNvPr>
          <p:cNvSpPr>
            <a:spLocks xmlns:a="http://schemas.openxmlformats.org/drawingml/2006/main" noGrp="1"/>
          </p:cNvSpPr>
          <p:nvPr/>
        </p:nvSpPr>
        <p:spPr>
          <a:xfrm xmlns:a="http://schemas.openxmlformats.org/drawingml/2006/main">
            <a:off x="609600" y="876300"/>
            <a:ext cx="8763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72026"/>
                </a:solidFill>
                <a:latin typeface="Hiragino Sans"/>
                <a:ea typeface="Hiragino Sans"/>
                <a:cs typeface="Hiragino Sans"/>
              </a:defRPr>
            </a:pPr>
            <a:r>
              <a:rPr sz="3000" b="1">
                <a:solidFill>
                  <a:srgbClr val="172026"/>
                </a:solidFill>
                <a:latin typeface="Hiragino Sans"/>
                <a:ea typeface="Hiragino Sans"/>
                <a:cs typeface="Hiragino Sans"/>
              </a:rPr>
              <a:t>発表態度は、聴衆を見ることから始まる。</a:t>
            </a:r>
          </a:p>
        </p:txBody>
      </p:sp>
      <p:sp>
        <p:nvSpPr>
          <p:cNvPr id="5" name="">
            <a:extLst xmlns:a="http://schemas.openxmlformats.org/drawingml/2006/main">
              <a:ext uri="{FF2B5EF4-FFF2-40B4-BE49-F238E27FC236}">
                <a16:creationId xmlns:a16="http://schemas.microsoft.com/office/drawing/2014/main" id="{4A56B922-3D24-48F6-9734-D6E55B738667}"/>
              </a:ext>
            </a:extLst>
          </p:cNvPr>
          <p:cNvSpPr>
            <a:spLocks xmlns:a="http://schemas.openxmlformats.org/drawingml/2006/main" noGrp="1"/>
          </p:cNvSpPr>
          <p:nvPr/>
        </p:nvSpPr>
        <p:spPr>
          <a:xfrm xmlns:a="http://schemas.openxmlformats.org/drawingml/2006/main">
            <a:off x="857250" y="2171700"/>
            <a:ext cx="4762500" cy="2952750"/>
          </a:xfrm>
          <a:prstGeom xmlns:a="http://schemas.openxmlformats.org/drawingml/2006/main" prst="rect">
            <a:avLst/>
          </a:prstGeom>
          <a:solidFill xmlns:a="http://schemas.openxmlformats.org/drawingml/2006/main">
            <a:srgbClr val="FFFFFF"/>
          </a:solidFill>
          <a:ln xmlns:a="http://schemas.openxmlformats.org/drawingml/2006/main" w="9525">
            <a:solidFill>
              <a:srgbClr val="D8D2C5"/>
            </a:solidFill>
            <a:prstDash val="solid"/>
          </a:ln>
        </p:spPr>
      </p:sp>
      <p:sp>
        <p:nvSpPr>
          <p:cNvPr id="6" name="">
            <a:extLst xmlns:a="http://schemas.openxmlformats.org/drawingml/2006/main">
              <a:ext uri="{FF2B5EF4-FFF2-40B4-BE49-F238E27FC236}">
                <a16:creationId xmlns:a16="http://schemas.microsoft.com/office/drawing/2014/main" id="{AE58705C-0EE1-4904-A8C8-E8B52DB77336}"/>
              </a:ext>
            </a:extLst>
          </p:cNvPr>
          <p:cNvSpPr>
            <a:spLocks xmlns:a="http://schemas.openxmlformats.org/drawingml/2006/main" noGrp="1"/>
          </p:cNvSpPr>
          <p:nvPr/>
        </p:nvSpPr>
        <p:spPr>
          <a:xfrm xmlns:a="http://schemas.openxmlformats.org/drawingml/2006/main">
            <a:off x="6572250" y="2171700"/>
            <a:ext cx="4762500" cy="2952750"/>
          </a:xfrm>
          <a:prstGeom xmlns:a="http://schemas.openxmlformats.org/drawingml/2006/main" prst="rect">
            <a:avLst/>
          </a:prstGeom>
          <a:solidFill xmlns:a="http://schemas.openxmlformats.org/drawingml/2006/main">
            <a:srgbClr val="F1E0D8"/>
          </a:solidFill>
          <a:ln xmlns:a="http://schemas.openxmlformats.org/drawingml/2006/main" w="9525">
            <a:solidFill>
              <a:srgbClr val="D8D2C5"/>
            </a:solidFill>
            <a:prstDash val="solid"/>
          </a:ln>
        </p:spPr>
      </p:sp>
      <p:sp>
        <p:nvSpPr>
          <p:cNvPr id="7" name="">
            <a:extLst xmlns:a="http://schemas.openxmlformats.org/drawingml/2006/main">
              <a:ext uri="{FF2B5EF4-FFF2-40B4-BE49-F238E27FC236}">
                <a16:creationId xmlns:a16="http://schemas.microsoft.com/office/drawing/2014/main" id="{5E3E0217-E69C-4051-8BF3-19E856A91670}"/>
              </a:ext>
            </a:extLst>
          </p:cNvPr>
          <p:cNvSpPr>
            <a:spLocks xmlns:a="http://schemas.openxmlformats.org/drawingml/2006/main" noGrp="1"/>
          </p:cNvSpPr>
          <p:nvPr/>
        </p:nvSpPr>
        <p:spPr>
          <a:xfrm xmlns:a="http://schemas.openxmlformats.org/drawingml/2006/main">
            <a:off x="1143000" y="2457450"/>
            <a:ext cx="1524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006C67"/>
                </a:solidFill>
                <a:latin typeface="Hiragino Sans"/>
                <a:ea typeface="Hiragino Sans"/>
                <a:cs typeface="Hiragino Sans"/>
              </a:defRPr>
            </a:pPr>
            <a:r>
              <a:rPr sz="2325" b="1">
                <a:solidFill>
                  <a:srgbClr val="006C67"/>
                </a:solidFill>
                <a:latin typeface="Hiragino Sans"/>
                <a:ea typeface="Hiragino Sans"/>
                <a:cs typeface="Hiragino Sans"/>
              </a:rPr>
              <a:t>する</a:t>
            </a:r>
          </a:p>
        </p:txBody>
      </p:sp>
      <p:sp>
        <p:nvSpPr>
          <p:cNvPr id="8" name="">
            <a:extLst xmlns:a="http://schemas.openxmlformats.org/drawingml/2006/main">
              <a:ext uri="{FF2B5EF4-FFF2-40B4-BE49-F238E27FC236}">
                <a16:creationId xmlns:a16="http://schemas.microsoft.com/office/drawing/2014/main" id="{92C3070F-DC24-4A88-A404-971D00940D7A}"/>
              </a:ext>
            </a:extLst>
          </p:cNvPr>
          <p:cNvSpPr>
            <a:spLocks xmlns:a="http://schemas.openxmlformats.org/drawingml/2006/main" noGrp="1"/>
          </p:cNvSpPr>
          <p:nvPr/>
        </p:nvSpPr>
        <p:spPr>
          <a:xfrm xmlns:a="http://schemas.openxmlformats.org/drawingml/2006/main">
            <a:off x="6858000" y="2457450"/>
            <a:ext cx="1714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B65A3A"/>
                </a:solidFill>
                <a:latin typeface="Hiragino Sans"/>
                <a:ea typeface="Hiragino Sans"/>
                <a:cs typeface="Hiragino Sans"/>
              </a:defRPr>
            </a:pPr>
            <a:r>
              <a:rPr sz="2325" b="1">
                <a:solidFill>
                  <a:srgbClr val="B65A3A"/>
                </a:solidFill>
                <a:latin typeface="Hiragino Sans"/>
                <a:ea typeface="Hiragino Sans"/>
                <a:cs typeface="Hiragino Sans"/>
              </a:rPr>
              <a:t>避ける</a:t>
            </a:r>
          </a:p>
        </p:txBody>
      </p:sp>
      <p:sp>
        <p:nvSpPr>
          <p:cNvPr id="9" name="">
            <a:extLst xmlns:a="http://schemas.openxmlformats.org/drawingml/2006/main">
              <a:ext uri="{FF2B5EF4-FFF2-40B4-BE49-F238E27FC236}">
                <a16:creationId xmlns:a16="http://schemas.microsoft.com/office/drawing/2014/main" id="{C5BED99C-2CA1-4F82-9560-6B01FD7FBEB2}"/>
              </a:ext>
            </a:extLst>
          </p:cNvPr>
          <p:cNvSpPr>
            <a:spLocks xmlns:a="http://schemas.openxmlformats.org/drawingml/2006/main" noGrp="1"/>
          </p:cNvSpPr>
          <p:nvPr/>
        </p:nvSpPr>
        <p:spPr>
          <a:xfrm xmlns:a="http://schemas.openxmlformats.org/drawingml/2006/main">
            <a:off x="1181100" y="3238500"/>
            <a:ext cx="76200" cy="76200"/>
          </a:xfrm>
          <a:prstGeom xmlns:a="http://schemas.openxmlformats.org/drawingml/2006/main" prst="rect">
            <a:avLst/>
          </a:prstGeom>
          <a:solidFill xmlns:a="http://schemas.openxmlformats.org/drawingml/2006/main">
            <a:srgbClr val="006C67"/>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4D4023AD-4BA2-4A2F-BD45-61091E7AF60D}"/>
              </a:ext>
            </a:extLst>
          </p:cNvPr>
          <p:cNvSpPr>
            <a:spLocks xmlns:a="http://schemas.openxmlformats.org/drawingml/2006/main" noGrp="1"/>
          </p:cNvSpPr>
          <p:nvPr/>
        </p:nvSpPr>
        <p:spPr>
          <a:xfrm xmlns:a="http://schemas.openxmlformats.org/drawingml/2006/main">
            <a:off x="1409700" y="3143250"/>
            <a:ext cx="36766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72026"/>
                </a:solidFill>
                <a:latin typeface="Hiragino Sans"/>
                <a:ea typeface="Hiragino Sans"/>
                <a:cs typeface="Hiragino Sans"/>
              </a:defRPr>
            </a:pPr>
            <a:r>
              <a:rPr sz="1650" b="0">
                <a:solidFill>
                  <a:srgbClr val="172026"/>
                </a:solidFill>
                <a:latin typeface="Hiragino Sans"/>
                <a:ea typeface="Hiragino Sans"/>
                <a:cs typeface="Hiragino Sans"/>
              </a:rPr>
              <a:t>会場を見渡す</a:t>
            </a:r>
          </a:p>
        </p:txBody>
      </p:sp>
      <p:sp>
        <p:nvSpPr>
          <p:cNvPr id="11" name="">
            <a:extLst xmlns:a="http://schemas.openxmlformats.org/drawingml/2006/main">
              <a:ext uri="{FF2B5EF4-FFF2-40B4-BE49-F238E27FC236}">
                <a16:creationId xmlns:a16="http://schemas.microsoft.com/office/drawing/2014/main" id="{9FC12A8D-B3E3-4145-BFFB-5B12DA5A1784}"/>
              </a:ext>
            </a:extLst>
          </p:cNvPr>
          <p:cNvSpPr>
            <a:spLocks xmlns:a="http://schemas.openxmlformats.org/drawingml/2006/main" noGrp="1"/>
          </p:cNvSpPr>
          <p:nvPr/>
        </p:nvSpPr>
        <p:spPr>
          <a:xfrm xmlns:a="http://schemas.openxmlformats.org/drawingml/2006/main">
            <a:off x="1181100" y="3638550"/>
            <a:ext cx="76200" cy="76200"/>
          </a:xfrm>
          <a:prstGeom xmlns:a="http://schemas.openxmlformats.org/drawingml/2006/main" prst="rect">
            <a:avLst/>
          </a:prstGeom>
          <a:solidFill xmlns:a="http://schemas.openxmlformats.org/drawingml/2006/main">
            <a:srgbClr val="006C67"/>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5C095A58-E9BD-43EF-9AEB-A85E784A2E2D}"/>
              </a:ext>
            </a:extLst>
          </p:cNvPr>
          <p:cNvSpPr>
            <a:spLocks xmlns:a="http://schemas.openxmlformats.org/drawingml/2006/main" noGrp="1"/>
          </p:cNvSpPr>
          <p:nvPr/>
        </p:nvSpPr>
        <p:spPr>
          <a:xfrm xmlns:a="http://schemas.openxmlformats.org/drawingml/2006/main">
            <a:off x="1409700" y="3543300"/>
            <a:ext cx="36766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72026"/>
                </a:solidFill>
                <a:latin typeface="Hiragino Sans"/>
                <a:ea typeface="Hiragino Sans"/>
                <a:cs typeface="Hiragino Sans"/>
              </a:defRPr>
            </a:pPr>
            <a:r>
              <a:rPr sz="1650" b="0">
                <a:solidFill>
                  <a:srgbClr val="172026"/>
                </a:solidFill>
                <a:latin typeface="Hiragino Sans"/>
                <a:ea typeface="Hiragino Sans"/>
                <a:cs typeface="Hiragino Sans"/>
              </a:rPr>
              <a:t>数人とアイコンタクトを取る</a:t>
            </a:r>
          </a:p>
        </p:txBody>
      </p:sp>
      <p:sp>
        <p:nvSpPr>
          <p:cNvPr id="13" name="">
            <a:extLst xmlns:a="http://schemas.openxmlformats.org/drawingml/2006/main">
              <a:ext uri="{FF2B5EF4-FFF2-40B4-BE49-F238E27FC236}">
                <a16:creationId xmlns:a16="http://schemas.microsoft.com/office/drawing/2014/main" id="{5AFBCFC0-51E3-4711-BCAB-E1E3D2B444A4}"/>
              </a:ext>
            </a:extLst>
          </p:cNvPr>
          <p:cNvSpPr>
            <a:spLocks xmlns:a="http://schemas.openxmlformats.org/drawingml/2006/main" noGrp="1"/>
          </p:cNvSpPr>
          <p:nvPr/>
        </p:nvSpPr>
        <p:spPr>
          <a:xfrm xmlns:a="http://schemas.openxmlformats.org/drawingml/2006/main">
            <a:off x="1181100" y="4038600"/>
            <a:ext cx="76200" cy="76200"/>
          </a:xfrm>
          <a:prstGeom xmlns:a="http://schemas.openxmlformats.org/drawingml/2006/main" prst="rect">
            <a:avLst/>
          </a:prstGeom>
          <a:solidFill xmlns:a="http://schemas.openxmlformats.org/drawingml/2006/main">
            <a:srgbClr val="006C67"/>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31D0BBB3-C441-490B-99F5-388E0F133CC4}"/>
              </a:ext>
            </a:extLst>
          </p:cNvPr>
          <p:cNvSpPr>
            <a:spLocks xmlns:a="http://schemas.openxmlformats.org/drawingml/2006/main" noGrp="1"/>
          </p:cNvSpPr>
          <p:nvPr/>
        </p:nvSpPr>
        <p:spPr>
          <a:xfrm xmlns:a="http://schemas.openxmlformats.org/drawingml/2006/main">
            <a:off x="1409700" y="3943350"/>
            <a:ext cx="36766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72026"/>
                </a:solidFill>
                <a:latin typeface="Hiragino Sans"/>
                <a:ea typeface="Hiragino Sans"/>
                <a:cs typeface="Hiragino Sans"/>
              </a:defRPr>
            </a:pPr>
            <a:r>
              <a:rPr sz="1650" b="0">
                <a:solidFill>
                  <a:srgbClr val="172026"/>
                </a:solidFill>
                <a:latin typeface="Hiragino Sans"/>
                <a:ea typeface="Hiragino Sans"/>
                <a:cs typeface="Hiragino Sans"/>
              </a:rPr>
              <a:t>要点では顔を上げる</a:t>
            </a:r>
          </a:p>
        </p:txBody>
      </p:sp>
      <p:sp>
        <p:nvSpPr>
          <p:cNvPr id="15" name="">
            <a:extLst xmlns:a="http://schemas.openxmlformats.org/drawingml/2006/main">
              <a:ext uri="{FF2B5EF4-FFF2-40B4-BE49-F238E27FC236}">
                <a16:creationId xmlns:a16="http://schemas.microsoft.com/office/drawing/2014/main" id="{E6C95C5B-5C46-41B4-AA70-BCFE12072039}"/>
              </a:ext>
            </a:extLst>
          </p:cNvPr>
          <p:cNvSpPr>
            <a:spLocks xmlns:a="http://schemas.openxmlformats.org/drawingml/2006/main" noGrp="1"/>
          </p:cNvSpPr>
          <p:nvPr/>
        </p:nvSpPr>
        <p:spPr>
          <a:xfrm xmlns:a="http://schemas.openxmlformats.org/drawingml/2006/main">
            <a:off x="1181100" y="4438650"/>
            <a:ext cx="76200" cy="76200"/>
          </a:xfrm>
          <a:prstGeom xmlns:a="http://schemas.openxmlformats.org/drawingml/2006/main" prst="rect">
            <a:avLst/>
          </a:prstGeom>
          <a:solidFill xmlns:a="http://schemas.openxmlformats.org/drawingml/2006/main">
            <a:srgbClr val="006C67"/>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4A160031-B678-43CA-AFBA-AFD3E5201DD8}"/>
              </a:ext>
            </a:extLst>
          </p:cNvPr>
          <p:cNvSpPr>
            <a:spLocks xmlns:a="http://schemas.openxmlformats.org/drawingml/2006/main" noGrp="1"/>
          </p:cNvSpPr>
          <p:nvPr/>
        </p:nvSpPr>
        <p:spPr>
          <a:xfrm xmlns:a="http://schemas.openxmlformats.org/drawingml/2006/main">
            <a:off x="1409700" y="4343400"/>
            <a:ext cx="36766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72026"/>
                </a:solidFill>
                <a:latin typeface="Hiragino Sans"/>
                <a:ea typeface="Hiragino Sans"/>
                <a:cs typeface="Hiragino Sans"/>
              </a:defRPr>
            </a:pPr>
            <a:r>
              <a:rPr sz="1650" b="0">
                <a:solidFill>
                  <a:srgbClr val="172026"/>
                </a:solidFill>
                <a:latin typeface="Hiragino Sans"/>
                <a:ea typeface="Hiragino Sans"/>
                <a:cs typeface="Hiragino Sans"/>
              </a:rPr>
              <a:t>推敲した言葉でゆっくり話す</a:t>
            </a:r>
          </a:p>
        </p:txBody>
      </p:sp>
      <p:sp>
        <p:nvSpPr>
          <p:cNvPr id="17" name="">
            <a:extLst xmlns:a="http://schemas.openxmlformats.org/drawingml/2006/main">
              <a:ext uri="{FF2B5EF4-FFF2-40B4-BE49-F238E27FC236}">
                <a16:creationId xmlns:a16="http://schemas.microsoft.com/office/drawing/2014/main" id="{6724EB93-86CC-4496-B202-DA47DCDD35DE}"/>
              </a:ext>
            </a:extLst>
          </p:cNvPr>
          <p:cNvSpPr>
            <a:spLocks xmlns:a="http://schemas.openxmlformats.org/drawingml/2006/main" noGrp="1"/>
          </p:cNvSpPr>
          <p:nvPr/>
        </p:nvSpPr>
        <p:spPr>
          <a:xfrm xmlns:a="http://schemas.openxmlformats.org/drawingml/2006/main">
            <a:off x="6896100" y="3238500"/>
            <a:ext cx="76200" cy="76200"/>
          </a:xfrm>
          <a:prstGeom xmlns:a="http://schemas.openxmlformats.org/drawingml/2006/main" prst="rect">
            <a:avLst/>
          </a:prstGeom>
          <a:solidFill xmlns:a="http://schemas.openxmlformats.org/drawingml/2006/main">
            <a:srgbClr val="B65A3A"/>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8E5FCD7C-2556-4068-9086-03F74D7B4410}"/>
              </a:ext>
            </a:extLst>
          </p:cNvPr>
          <p:cNvSpPr>
            <a:spLocks xmlns:a="http://schemas.openxmlformats.org/drawingml/2006/main" noGrp="1"/>
          </p:cNvSpPr>
          <p:nvPr/>
        </p:nvSpPr>
        <p:spPr>
          <a:xfrm xmlns:a="http://schemas.openxmlformats.org/drawingml/2006/main">
            <a:off x="7124700" y="3143250"/>
            <a:ext cx="36766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72026"/>
                </a:solidFill>
                <a:latin typeface="Hiragino Sans"/>
                <a:ea typeface="Hiragino Sans"/>
                <a:cs typeface="Hiragino Sans"/>
              </a:defRPr>
            </a:pPr>
            <a:r>
              <a:rPr sz="1650" b="0">
                <a:solidFill>
                  <a:srgbClr val="172026"/>
                </a:solidFill>
                <a:latin typeface="Hiragino Sans"/>
                <a:ea typeface="Hiragino Sans"/>
                <a:cs typeface="Hiragino Sans"/>
              </a:rPr>
              <a:t>原稿だけを見る</a:t>
            </a:r>
          </a:p>
        </p:txBody>
      </p:sp>
      <p:sp>
        <p:nvSpPr>
          <p:cNvPr id="19" name="">
            <a:extLst xmlns:a="http://schemas.openxmlformats.org/drawingml/2006/main">
              <a:ext uri="{FF2B5EF4-FFF2-40B4-BE49-F238E27FC236}">
                <a16:creationId xmlns:a16="http://schemas.microsoft.com/office/drawing/2014/main" id="{797AEC2F-6A44-4BD4-85CA-B5947E18FF58}"/>
              </a:ext>
            </a:extLst>
          </p:cNvPr>
          <p:cNvSpPr>
            <a:spLocks xmlns:a="http://schemas.openxmlformats.org/drawingml/2006/main" noGrp="1"/>
          </p:cNvSpPr>
          <p:nvPr/>
        </p:nvSpPr>
        <p:spPr>
          <a:xfrm xmlns:a="http://schemas.openxmlformats.org/drawingml/2006/main">
            <a:off x="6896100" y="3638550"/>
            <a:ext cx="76200" cy="76200"/>
          </a:xfrm>
          <a:prstGeom xmlns:a="http://schemas.openxmlformats.org/drawingml/2006/main" prst="rect">
            <a:avLst/>
          </a:prstGeom>
          <a:solidFill xmlns:a="http://schemas.openxmlformats.org/drawingml/2006/main">
            <a:srgbClr val="B65A3A"/>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07B27D75-0E10-4F70-AE98-A5901987D292}"/>
              </a:ext>
            </a:extLst>
          </p:cNvPr>
          <p:cNvSpPr>
            <a:spLocks xmlns:a="http://schemas.openxmlformats.org/drawingml/2006/main" noGrp="1"/>
          </p:cNvSpPr>
          <p:nvPr/>
        </p:nvSpPr>
        <p:spPr>
          <a:xfrm xmlns:a="http://schemas.openxmlformats.org/drawingml/2006/main">
            <a:off x="7124700" y="3543300"/>
            <a:ext cx="36766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72026"/>
                </a:solidFill>
                <a:latin typeface="Hiragino Sans"/>
                <a:ea typeface="Hiragino Sans"/>
                <a:cs typeface="Hiragino Sans"/>
              </a:defRPr>
            </a:pPr>
            <a:r>
              <a:rPr sz="1650" b="0">
                <a:solidFill>
                  <a:srgbClr val="172026"/>
                </a:solidFill>
                <a:latin typeface="Hiragino Sans"/>
                <a:ea typeface="Hiragino Sans"/>
                <a:cs typeface="Hiragino Sans"/>
              </a:rPr>
              <a:t>ポインターをもてあそぶ</a:t>
            </a:r>
          </a:p>
        </p:txBody>
      </p:sp>
      <p:sp>
        <p:nvSpPr>
          <p:cNvPr id="21" name="">
            <a:extLst xmlns:a="http://schemas.openxmlformats.org/drawingml/2006/main">
              <a:ext uri="{FF2B5EF4-FFF2-40B4-BE49-F238E27FC236}">
                <a16:creationId xmlns:a16="http://schemas.microsoft.com/office/drawing/2014/main" id="{53F9C30D-7A12-405A-8FC9-52A6455C689B}"/>
              </a:ext>
            </a:extLst>
          </p:cNvPr>
          <p:cNvSpPr>
            <a:spLocks xmlns:a="http://schemas.openxmlformats.org/drawingml/2006/main" noGrp="1"/>
          </p:cNvSpPr>
          <p:nvPr/>
        </p:nvSpPr>
        <p:spPr>
          <a:xfrm xmlns:a="http://schemas.openxmlformats.org/drawingml/2006/main">
            <a:off x="6896100" y="4038600"/>
            <a:ext cx="76200" cy="76200"/>
          </a:xfrm>
          <a:prstGeom xmlns:a="http://schemas.openxmlformats.org/drawingml/2006/main" prst="rect">
            <a:avLst/>
          </a:prstGeom>
          <a:solidFill xmlns:a="http://schemas.openxmlformats.org/drawingml/2006/main">
            <a:srgbClr val="B65A3A"/>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927D5E67-7DB7-4E24-B92C-6A25D9DEC03D}"/>
              </a:ext>
            </a:extLst>
          </p:cNvPr>
          <p:cNvSpPr>
            <a:spLocks xmlns:a="http://schemas.openxmlformats.org/drawingml/2006/main" noGrp="1"/>
          </p:cNvSpPr>
          <p:nvPr/>
        </p:nvSpPr>
        <p:spPr>
          <a:xfrm xmlns:a="http://schemas.openxmlformats.org/drawingml/2006/main">
            <a:off x="7124700" y="3943350"/>
            <a:ext cx="36766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72026"/>
                </a:solidFill>
                <a:latin typeface="Hiragino Sans"/>
                <a:ea typeface="Hiragino Sans"/>
                <a:cs typeface="Hiragino Sans"/>
              </a:defRPr>
            </a:pPr>
            <a:r>
              <a:rPr sz="1650" b="0">
                <a:solidFill>
                  <a:srgbClr val="172026"/>
                </a:solidFill>
                <a:latin typeface="Hiragino Sans"/>
                <a:ea typeface="Hiragino Sans"/>
                <a:cs typeface="Hiragino Sans"/>
              </a:rPr>
              <a:t>髪や顔を触る</a:t>
            </a:r>
          </a:p>
        </p:txBody>
      </p:sp>
      <p:sp>
        <p:nvSpPr>
          <p:cNvPr id="23" name="">
            <a:extLst xmlns:a="http://schemas.openxmlformats.org/drawingml/2006/main">
              <a:ext uri="{FF2B5EF4-FFF2-40B4-BE49-F238E27FC236}">
                <a16:creationId xmlns:a16="http://schemas.microsoft.com/office/drawing/2014/main" id="{1D25CC25-AA7E-4FE4-88FE-38EF6C6AED10}"/>
              </a:ext>
            </a:extLst>
          </p:cNvPr>
          <p:cNvSpPr>
            <a:spLocks xmlns:a="http://schemas.openxmlformats.org/drawingml/2006/main" noGrp="1"/>
          </p:cNvSpPr>
          <p:nvPr/>
        </p:nvSpPr>
        <p:spPr>
          <a:xfrm xmlns:a="http://schemas.openxmlformats.org/drawingml/2006/main">
            <a:off x="6896100" y="4438650"/>
            <a:ext cx="76200" cy="76200"/>
          </a:xfrm>
          <a:prstGeom xmlns:a="http://schemas.openxmlformats.org/drawingml/2006/main" prst="rect">
            <a:avLst/>
          </a:prstGeom>
          <a:solidFill xmlns:a="http://schemas.openxmlformats.org/drawingml/2006/main">
            <a:srgbClr val="B65A3A"/>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DE408BFD-66D6-4A1B-A867-179C9D558692}"/>
              </a:ext>
            </a:extLst>
          </p:cNvPr>
          <p:cNvSpPr>
            <a:spLocks xmlns:a="http://schemas.openxmlformats.org/drawingml/2006/main" noGrp="1"/>
          </p:cNvSpPr>
          <p:nvPr/>
        </p:nvSpPr>
        <p:spPr>
          <a:xfrm xmlns:a="http://schemas.openxmlformats.org/drawingml/2006/main">
            <a:off x="7124700" y="4343400"/>
            <a:ext cx="36766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72026"/>
                </a:solidFill>
                <a:latin typeface="Hiragino Sans"/>
                <a:ea typeface="Hiragino Sans"/>
                <a:cs typeface="Hiragino Sans"/>
              </a:defRPr>
            </a:pPr>
            <a:r>
              <a:rPr sz="1650" b="0">
                <a:solidFill>
                  <a:srgbClr val="172026"/>
                </a:solidFill>
                <a:latin typeface="Hiragino Sans"/>
                <a:ea typeface="Hiragino Sans"/>
                <a:cs typeface="Hiragino Sans"/>
              </a:rPr>
              <a:t>早口で時間を埋める</a:t>
            </a:r>
          </a:p>
        </p:txBody>
      </p:sp>
      <p:sp>
        <p:nvSpPr>
          <p:cNvPr id="25" name="">
            <a:extLst xmlns:a="http://schemas.openxmlformats.org/drawingml/2006/main">
              <a:ext uri="{FF2B5EF4-FFF2-40B4-BE49-F238E27FC236}">
                <a16:creationId xmlns:a16="http://schemas.microsoft.com/office/drawing/2014/main" id="{427FE8FC-8BDB-4E2D-8A1F-C43438F9C6AB}"/>
              </a:ext>
            </a:extLst>
          </p:cNvPr>
          <p:cNvSpPr>
            <a:spLocks xmlns:a="http://schemas.openxmlformats.org/drawingml/2006/main" noGrp="1"/>
          </p:cNvSpPr>
          <p:nvPr/>
        </p:nvSpPr>
        <p:spPr>
          <a:xfrm xmlns:a="http://schemas.openxmlformats.org/drawingml/2006/main">
            <a:off x="1257300" y="5467350"/>
            <a:ext cx="876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72026"/>
                </a:solidFill>
                <a:latin typeface="Hiragino Sans"/>
                <a:ea typeface="Hiragino Sans"/>
                <a:cs typeface="Hiragino Sans"/>
              </a:defRPr>
            </a:pPr>
            <a:r>
              <a:rPr sz="1800" b="1">
                <a:solidFill>
                  <a:srgbClr val="172026"/>
                </a:solidFill>
                <a:latin typeface="Hiragino Sans"/>
                <a:ea typeface="Hiragino Sans"/>
                <a:cs typeface="Hiragino Sans"/>
              </a:rPr>
              <a:t>発表者が聴衆に向き合うほど、聴衆も発表に参加しやすくなる。</a:t>
            </a:r>
          </a:p>
        </p:txBody>
      </p:sp>
      <p:sp>
        <p:nvSpPr>
          <p:cNvPr id="26" name="">
            <a:extLst xmlns:a="http://schemas.openxmlformats.org/drawingml/2006/main">
              <a:ext uri="{FF2B5EF4-FFF2-40B4-BE49-F238E27FC236}">
                <a16:creationId xmlns:a16="http://schemas.microsoft.com/office/drawing/2014/main" id="{A85E20E7-810E-470B-BF44-F207084A4483}"/>
              </a:ext>
            </a:extLst>
          </p:cNvPr>
          <p:cNvSpPr>
            <a:spLocks xmlns:a="http://schemas.openxmlformats.org/drawingml/2006/main" noGrp="1"/>
          </p:cNvSpPr>
          <p:nvPr/>
        </p:nvSpPr>
        <p:spPr>
          <a:xfrm xmlns:a="http://schemas.openxmlformats.org/drawingml/2006/main">
            <a:off x="609600" y="6324600"/>
            <a:ext cx="9620250" cy="9525"/>
          </a:xfrm>
          <a:prstGeom xmlns:a="http://schemas.openxmlformats.org/drawingml/2006/main" prst="rect">
            <a:avLst/>
          </a:prstGeom>
          <a:solidFill xmlns:a="http://schemas.openxmlformats.org/drawingml/2006/main">
            <a:srgbClr val="D8D2C5"/>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02286759-F34A-4E52-9907-6AE8D0B19517}"/>
              </a:ext>
            </a:extLst>
          </p:cNvPr>
          <p:cNvSpPr>
            <a:spLocks xmlns:a="http://schemas.openxmlformats.org/drawingml/2006/main" noGrp="1"/>
          </p:cNvSpPr>
          <p:nvPr/>
        </p:nvSpPr>
        <p:spPr>
          <a:xfrm xmlns:a="http://schemas.openxmlformats.org/drawingml/2006/main">
            <a:off x="609600" y="6429375"/>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26069"/>
                </a:solidFill>
                <a:latin typeface="Hiragino Sans"/>
                <a:ea typeface="Hiragino Sans"/>
                <a:cs typeface="Hiragino Sans"/>
              </a:defRPr>
            </a:pPr>
            <a:r>
              <a:rPr sz="750" b="0">
                <a:solidFill>
                  <a:srgbClr val="526069"/>
                </a:solidFill>
                <a:latin typeface="Hiragino Sans"/>
                <a:ea typeface="Hiragino Sans"/>
                <a:cs typeface="Hiragino Sans"/>
              </a:rPr>
              <a:t>鈴木亨「学会発表の基本テクニック」日本義肢装具学会誌 26(1), 2010</a:t>
            </a:r>
          </a:p>
        </p:txBody>
      </p:sp>
      <p:sp>
        <p:nvSpPr>
          <p:cNvPr id="28" name="">
            <a:extLst xmlns:a="http://schemas.openxmlformats.org/drawingml/2006/main">
              <a:ext uri="{FF2B5EF4-FFF2-40B4-BE49-F238E27FC236}">
                <a16:creationId xmlns:a16="http://schemas.microsoft.com/office/drawing/2014/main" id="{47019EAA-F7B1-4844-B2DE-679DB675A30F}"/>
              </a:ext>
            </a:extLst>
          </p:cNvPr>
          <p:cNvSpPr>
            <a:spLocks xmlns:a="http://schemas.openxmlformats.org/drawingml/2006/main" noGrp="1"/>
          </p:cNvSpPr>
          <p:nvPr/>
        </p:nvSpPr>
        <p:spPr>
          <a:xfrm xmlns:a="http://schemas.openxmlformats.org/drawingml/2006/main">
            <a:off x="10744200" y="6372225"/>
            <a:ext cx="838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350" b="1">
                <a:solidFill>
                  <a:srgbClr val="006C67"/>
                </a:solidFill>
                <a:latin typeface="Hiragino Sans"/>
                <a:ea typeface="Hiragino Sans"/>
                <a:cs typeface="Hiragino Sans"/>
              </a:defRPr>
            </a:pPr>
            <a:r>
              <a:rPr sz="1350" b="1">
                <a:solidFill>
                  <a:srgbClr val="006C67"/>
                </a:solidFill>
                <a:latin typeface="Hiragino Sans"/>
                <a:ea typeface="Hiragino Sans"/>
                <a:cs typeface="Hiragino Sans"/>
              </a:rPr>
              <a:t>04</a:t>
            </a:r>
          </a:p>
        </p:txBody>
      </p:sp>
    </p:spTree>
    <p:extLst>
      <p:ext uri="{BB962C8B-B14F-4D97-AF65-F5344CB8AC3E}">
        <p14:creationId xmlns:p14="http://schemas.microsoft.com/office/powerpoint/2010/main" val="41312505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B418BA8-4E7C-4D86-B18F-0C28CD1AF05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D"/>
          </a:solidFill>
          <a:ln xmlns:a="http://schemas.openxmlformats.org/drawingml/2006/main" w="0">
            <a:solidFill>
              <a:srgbClr val="000000">
                <a:alpha val="0"/>
              </a:srgbClr>
            </a:solidFill>
            <a:prstDash val="solid"/>
          </a:ln>
        </p:spPr>
      </p:sp>
      <p:sp>
        <p:nvSpPr>
          <p:cNvPr id="2" name="kicker-AUDIENCE-marker">
            <a:extLst xmlns:a="http://schemas.openxmlformats.org/drawingml/2006/main">
              <a:ext uri="{FF2B5EF4-FFF2-40B4-BE49-F238E27FC236}">
                <a16:creationId xmlns:a16="http://schemas.microsoft.com/office/drawing/2014/main" id="{2B4645C1-AF5C-4526-BBC5-1D84FB709D61}"/>
              </a:ext>
            </a:extLst>
          </p:cNvPr>
          <p:cNvSpPr>
            <a:spLocks xmlns:a="http://schemas.openxmlformats.org/drawingml/2006/main" noGrp="1"/>
          </p:cNvSpPr>
          <p:nvPr/>
        </p:nvSpPr>
        <p:spPr>
          <a:xfrm xmlns:a="http://schemas.openxmlformats.org/drawingml/2006/main">
            <a:off x="609600" y="609600"/>
            <a:ext cx="247650" cy="38100"/>
          </a:xfrm>
          <a:prstGeom xmlns:a="http://schemas.openxmlformats.org/drawingml/2006/main" prst="rect">
            <a:avLst/>
          </a:prstGeom>
          <a:solidFill xmlns:a="http://schemas.openxmlformats.org/drawingml/2006/main">
            <a:srgbClr val="006C67"/>
          </a:solidFill>
          <a:ln xmlns:a="http://schemas.openxmlformats.org/drawingml/2006/main" w="0">
            <a:solidFill>
              <a:srgbClr val="006C67"/>
            </a:solidFill>
            <a:prstDash val="solid"/>
          </a:ln>
        </p:spPr>
      </p:sp>
      <p:sp>
        <p:nvSpPr>
          <p:cNvPr id="3" name="kicker-AUDIENCE-label">
            <a:extLst xmlns:a="http://schemas.openxmlformats.org/drawingml/2006/main">
              <a:ext uri="{FF2B5EF4-FFF2-40B4-BE49-F238E27FC236}">
                <a16:creationId xmlns:a16="http://schemas.microsoft.com/office/drawing/2014/main" id="{F22218C0-24D8-4B78-A8B2-BD2A1DFEBC5E}"/>
              </a:ext>
            </a:extLst>
          </p:cNvPr>
          <p:cNvSpPr>
            <a:spLocks xmlns:a="http://schemas.openxmlformats.org/drawingml/2006/main" noGrp="1"/>
          </p:cNvSpPr>
          <p:nvPr/>
        </p:nvSpPr>
        <p:spPr>
          <a:xfrm xmlns:a="http://schemas.openxmlformats.org/drawingml/2006/main">
            <a:off x="990600" y="5143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06C67"/>
                </a:solidFill>
                <a:latin typeface="Hiragino Sans"/>
                <a:ea typeface="Hiragino Sans"/>
                <a:cs typeface="Hiragino Sans"/>
              </a:defRPr>
            </a:pPr>
            <a:r>
              <a:rPr sz="1125" b="1">
                <a:solidFill>
                  <a:srgbClr val="006C67"/>
                </a:solidFill>
                <a:latin typeface="Hiragino Sans"/>
                <a:ea typeface="Hiragino Sans"/>
                <a:cs typeface="Hiragino Sans"/>
              </a:rPr>
              <a:t>AUDIENCE</a:t>
            </a:r>
          </a:p>
        </p:txBody>
      </p:sp>
      <p:sp>
        <p:nvSpPr>
          <p:cNvPr id="4" name="">
            <a:extLst xmlns:a="http://schemas.openxmlformats.org/drawingml/2006/main">
              <a:ext uri="{FF2B5EF4-FFF2-40B4-BE49-F238E27FC236}">
                <a16:creationId xmlns:a16="http://schemas.microsoft.com/office/drawing/2014/main" id="{73CD0DCF-A9FD-42DD-A2A2-0978601A9A0B}"/>
              </a:ext>
            </a:extLst>
          </p:cNvPr>
          <p:cNvSpPr>
            <a:spLocks xmlns:a="http://schemas.openxmlformats.org/drawingml/2006/main" noGrp="1"/>
          </p:cNvSpPr>
          <p:nvPr/>
        </p:nvSpPr>
        <p:spPr>
          <a:xfrm xmlns:a="http://schemas.openxmlformats.org/drawingml/2006/main">
            <a:off x="609600" y="876300"/>
            <a:ext cx="93345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72026"/>
                </a:solidFill>
                <a:latin typeface="Hiragino Sans"/>
                <a:ea typeface="Hiragino Sans"/>
                <a:cs typeface="Hiragino Sans"/>
              </a:defRPr>
            </a:pPr>
            <a:r>
              <a:rPr sz="3000" b="1">
                <a:solidFill>
                  <a:srgbClr val="172026"/>
                </a:solidFill>
                <a:latin typeface="Hiragino Sans"/>
                <a:ea typeface="Hiragino Sans"/>
                <a:cs typeface="Hiragino Sans"/>
              </a:rPr>
              <a:t>内容は、聴衆の専門性と参加目的に合わせて決める。</a:t>
            </a:r>
          </a:p>
        </p:txBody>
      </p:sp>
      <p:sp>
        <p:nvSpPr>
          <p:cNvPr id="5" name="">
            <a:extLst xmlns:a="http://schemas.openxmlformats.org/drawingml/2006/main">
              <a:ext uri="{FF2B5EF4-FFF2-40B4-BE49-F238E27FC236}">
                <a16:creationId xmlns:a16="http://schemas.microsoft.com/office/drawing/2014/main" id="{FD30DF52-7335-4419-AF40-025BEFA3CAF0}"/>
              </a:ext>
            </a:extLst>
          </p:cNvPr>
          <p:cNvSpPr>
            <a:spLocks xmlns:a="http://schemas.openxmlformats.org/drawingml/2006/main" noGrp="1"/>
          </p:cNvSpPr>
          <p:nvPr/>
        </p:nvSpPr>
        <p:spPr>
          <a:xfrm xmlns:a="http://schemas.openxmlformats.org/drawingml/2006/main">
            <a:off x="838200" y="2476500"/>
            <a:ext cx="400050" cy="400050"/>
          </a:xfrm>
          <a:prstGeom xmlns:a="http://schemas.openxmlformats.org/drawingml/2006/main" prst="rect">
            <a:avLst/>
          </a:prstGeom>
          <a:solidFill xmlns:a="http://schemas.openxmlformats.org/drawingml/2006/main">
            <a:srgbClr val="006C67"/>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13B2DA7E-50F3-406D-8AC3-616E2A4BA32B}"/>
              </a:ext>
            </a:extLst>
          </p:cNvPr>
          <p:cNvSpPr>
            <a:spLocks xmlns:a="http://schemas.openxmlformats.org/drawingml/2006/main" noGrp="1"/>
          </p:cNvSpPr>
          <p:nvPr/>
        </p:nvSpPr>
        <p:spPr>
          <a:xfrm xmlns:a="http://schemas.openxmlformats.org/drawingml/2006/main">
            <a:off x="838200" y="2495550"/>
            <a:ext cx="4000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FFFFFF"/>
                </a:solidFill>
                <a:latin typeface="Hiragino Sans"/>
                <a:ea typeface="Hiragino Sans"/>
                <a:cs typeface="Hiragino Sans"/>
              </a:defRPr>
            </a:pPr>
            <a:r>
              <a:rPr sz="1650" b="1">
                <a:solidFill>
                  <a:srgbClr val="FFFFFF"/>
                </a:solidFill>
                <a:latin typeface="Hiragino Sans"/>
                <a:ea typeface="Hiragino Sans"/>
                <a:cs typeface="Hiragino Sans"/>
              </a:rPr>
              <a:t>1</a:t>
            </a:r>
          </a:p>
        </p:txBody>
      </p:sp>
      <p:sp>
        <p:nvSpPr>
          <p:cNvPr id="7" name="">
            <a:extLst xmlns:a="http://schemas.openxmlformats.org/drawingml/2006/main">
              <a:ext uri="{FF2B5EF4-FFF2-40B4-BE49-F238E27FC236}">
                <a16:creationId xmlns:a16="http://schemas.microsoft.com/office/drawing/2014/main" id="{C1D77530-AE45-4DCF-8319-F63C9571A790}"/>
              </a:ext>
            </a:extLst>
          </p:cNvPr>
          <p:cNvSpPr>
            <a:spLocks xmlns:a="http://schemas.openxmlformats.org/drawingml/2006/main" noGrp="1"/>
          </p:cNvSpPr>
          <p:nvPr/>
        </p:nvSpPr>
        <p:spPr>
          <a:xfrm xmlns:a="http://schemas.openxmlformats.org/drawingml/2006/main">
            <a:off x="1390650" y="2400300"/>
            <a:ext cx="18097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72026"/>
                </a:solidFill>
                <a:latin typeface="Hiragino Sans"/>
                <a:ea typeface="Hiragino Sans"/>
                <a:cs typeface="Hiragino Sans"/>
              </a:defRPr>
            </a:pPr>
            <a:r>
              <a:rPr sz="2100" b="1">
                <a:solidFill>
                  <a:srgbClr val="172026"/>
                </a:solidFill>
                <a:latin typeface="Hiragino Sans"/>
                <a:ea typeface="Hiragino Sans"/>
                <a:cs typeface="Hiragino Sans"/>
              </a:rPr>
              <a:t>学術背景</a:t>
            </a:r>
          </a:p>
        </p:txBody>
      </p:sp>
      <p:sp>
        <p:nvSpPr>
          <p:cNvPr id="8" name="">
            <a:extLst xmlns:a="http://schemas.openxmlformats.org/drawingml/2006/main">
              <a:ext uri="{FF2B5EF4-FFF2-40B4-BE49-F238E27FC236}">
                <a16:creationId xmlns:a16="http://schemas.microsoft.com/office/drawing/2014/main" id="{ECA75761-8C40-4EE9-86F5-F49087E566A3}"/>
              </a:ext>
            </a:extLst>
          </p:cNvPr>
          <p:cNvSpPr>
            <a:spLocks xmlns:a="http://schemas.openxmlformats.org/drawingml/2006/main" noGrp="1"/>
          </p:cNvSpPr>
          <p:nvPr/>
        </p:nvSpPr>
        <p:spPr>
          <a:xfrm xmlns:a="http://schemas.openxmlformats.org/drawingml/2006/main">
            <a:off x="1390650" y="2876550"/>
            <a:ext cx="20002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526069"/>
                </a:solidFill>
                <a:latin typeface="Hiragino Sans"/>
                <a:ea typeface="Hiragino Sans"/>
                <a:cs typeface="Hiragino Sans"/>
              </a:defRPr>
            </a:pPr>
            <a:r>
              <a:rPr sz="1500" b="0">
                <a:solidFill>
                  <a:srgbClr val="526069"/>
                </a:solidFill>
                <a:latin typeface="Hiragino Sans"/>
                <a:ea typeface="Hiragino Sans"/>
                <a:cs typeface="Hiragino Sans"/>
              </a:rPr>
              <a:t>専門用語を</a:t>
            </a:r>
          </a:p>
          <a:p xmlns:a="http://schemas.openxmlformats.org/drawingml/2006/main">
            <a:pPr algn="l">
              <a:defRPr sz="1500" b="0">
                <a:solidFill>
                  <a:srgbClr val="526069"/>
                </a:solidFill>
                <a:latin typeface="Hiragino Sans"/>
                <a:ea typeface="Hiragino Sans"/>
                <a:cs typeface="Hiragino Sans"/>
              </a:defRPr>
            </a:pPr>
            <a:r>
              <a:rPr sz="1500" b="0">
                <a:solidFill>
                  <a:srgbClr val="526069"/>
                </a:solidFill>
                <a:latin typeface="Hiragino Sans"/>
                <a:ea typeface="Hiragino Sans"/>
                <a:cs typeface="Hiragino Sans"/>
              </a:rPr>
              <a:t>どこまで説明するか</a:t>
            </a:r>
          </a:p>
        </p:txBody>
      </p:sp>
      <p:sp>
        <p:nvSpPr>
          <p:cNvPr id="9" name="">
            <a:extLst xmlns:a="http://schemas.openxmlformats.org/drawingml/2006/main">
              <a:ext uri="{FF2B5EF4-FFF2-40B4-BE49-F238E27FC236}">
                <a16:creationId xmlns:a16="http://schemas.microsoft.com/office/drawing/2014/main" id="{D5FEB20F-5465-4FF8-AEB6-7E0448DE6C68}"/>
              </a:ext>
            </a:extLst>
          </p:cNvPr>
          <p:cNvSpPr>
            <a:spLocks xmlns:a="http://schemas.openxmlformats.org/drawingml/2006/main" noGrp="1"/>
          </p:cNvSpPr>
          <p:nvPr/>
        </p:nvSpPr>
        <p:spPr>
          <a:xfrm xmlns:a="http://schemas.openxmlformats.org/drawingml/2006/main">
            <a:off x="3238500" y="2667000"/>
            <a:ext cx="495300" cy="19050"/>
          </a:xfrm>
          <a:prstGeom xmlns:a="http://schemas.openxmlformats.org/drawingml/2006/main" prst="rect">
            <a:avLst/>
          </a:prstGeom>
          <a:solidFill xmlns:a="http://schemas.openxmlformats.org/drawingml/2006/main">
            <a:srgbClr val="D8D2C5"/>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C5A39268-1D52-49B7-90B7-1F1BC6DF73D0}"/>
              </a:ext>
            </a:extLst>
          </p:cNvPr>
          <p:cNvSpPr>
            <a:spLocks xmlns:a="http://schemas.openxmlformats.org/drawingml/2006/main" noGrp="1"/>
          </p:cNvSpPr>
          <p:nvPr/>
        </p:nvSpPr>
        <p:spPr>
          <a:xfrm xmlns:a="http://schemas.openxmlformats.org/drawingml/2006/main">
            <a:off x="3657600" y="2476500"/>
            <a:ext cx="400050" cy="400050"/>
          </a:xfrm>
          <a:prstGeom xmlns:a="http://schemas.openxmlformats.org/drawingml/2006/main" prst="rect">
            <a:avLst/>
          </a:prstGeom>
          <a:solidFill xmlns:a="http://schemas.openxmlformats.org/drawingml/2006/main">
            <a:srgbClr val="006C67"/>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CE4F5C79-2EEB-4530-9B33-7FBC82AFC2AE}"/>
              </a:ext>
            </a:extLst>
          </p:cNvPr>
          <p:cNvSpPr>
            <a:spLocks xmlns:a="http://schemas.openxmlformats.org/drawingml/2006/main" noGrp="1"/>
          </p:cNvSpPr>
          <p:nvPr/>
        </p:nvSpPr>
        <p:spPr>
          <a:xfrm xmlns:a="http://schemas.openxmlformats.org/drawingml/2006/main">
            <a:off x="3657600" y="2495550"/>
            <a:ext cx="4000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FFFFFF"/>
                </a:solidFill>
                <a:latin typeface="Hiragino Sans"/>
                <a:ea typeface="Hiragino Sans"/>
                <a:cs typeface="Hiragino Sans"/>
              </a:defRPr>
            </a:pPr>
            <a:r>
              <a:rPr sz="1650" b="1">
                <a:solidFill>
                  <a:srgbClr val="FFFFFF"/>
                </a:solidFill>
                <a:latin typeface="Hiragino Sans"/>
                <a:ea typeface="Hiragino Sans"/>
                <a:cs typeface="Hiragino Sans"/>
              </a:rPr>
              <a:t>2</a:t>
            </a:r>
          </a:p>
        </p:txBody>
      </p:sp>
      <p:sp>
        <p:nvSpPr>
          <p:cNvPr id="12" name="">
            <a:extLst xmlns:a="http://schemas.openxmlformats.org/drawingml/2006/main">
              <a:ext uri="{FF2B5EF4-FFF2-40B4-BE49-F238E27FC236}">
                <a16:creationId xmlns:a16="http://schemas.microsoft.com/office/drawing/2014/main" id="{EDF3E347-A125-4A73-9397-586A563B6FF7}"/>
              </a:ext>
            </a:extLst>
          </p:cNvPr>
          <p:cNvSpPr>
            <a:spLocks xmlns:a="http://schemas.openxmlformats.org/drawingml/2006/main" noGrp="1"/>
          </p:cNvSpPr>
          <p:nvPr/>
        </p:nvSpPr>
        <p:spPr>
          <a:xfrm xmlns:a="http://schemas.openxmlformats.org/drawingml/2006/main">
            <a:off x="4210050" y="2400300"/>
            <a:ext cx="18097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72026"/>
                </a:solidFill>
                <a:latin typeface="Hiragino Sans"/>
                <a:ea typeface="Hiragino Sans"/>
                <a:cs typeface="Hiragino Sans"/>
              </a:defRPr>
            </a:pPr>
            <a:r>
              <a:rPr sz="2100" b="1">
                <a:solidFill>
                  <a:srgbClr val="172026"/>
                </a:solidFill>
                <a:latin typeface="Hiragino Sans"/>
                <a:ea typeface="Hiragino Sans"/>
                <a:cs typeface="Hiragino Sans"/>
              </a:rPr>
              <a:t>参加目的</a:t>
            </a:r>
          </a:p>
        </p:txBody>
      </p:sp>
      <p:sp>
        <p:nvSpPr>
          <p:cNvPr id="13" name="">
            <a:extLst xmlns:a="http://schemas.openxmlformats.org/drawingml/2006/main">
              <a:ext uri="{FF2B5EF4-FFF2-40B4-BE49-F238E27FC236}">
                <a16:creationId xmlns:a16="http://schemas.microsoft.com/office/drawing/2014/main" id="{3BAE6C50-A8C6-441E-81E8-BE88787680DB}"/>
              </a:ext>
            </a:extLst>
          </p:cNvPr>
          <p:cNvSpPr>
            <a:spLocks xmlns:a="http://schemas.openxmlformats.org/drawingml/2006/main" noGrp="1"/>
          </p:cNvSpPr>
          <p:nvPr/>
        </p:nvSpPr>
        <p:spPr>
          <a:xfrm xmlns:a="http://schemas.openxmlformats.org/drawingml/2006/main">
            <a:off x="4210050" y="2876550"/>
            <a:ext cx="20002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526069"/>
                </a:solidFill>
                <a:latin typeface="Hiragino Sans"/>
                <a:ea typeface="Hiragino Sans"/>
                <a:cs typeface="Hiragino Sans"/>
              </a:defRPr>
            </a:pPr>
            <a:r>
              <a:rPr sz="1500" b="0">
                <a:solidFill>
                  <a:srgbClr val="526069"/>
                </a:solidFill>
                <a:latin typeface="Hiragino Sans"/>
                <a:ea typeface="Hiragino Sans"/>
                <a:cs typeface="Hiragino Sans"/>
              </a:rPr>
              <a:t>何を聞きたいと</a:t>
            </a:r>
          </a:p>
          <a:p xmlns:a="http://schemas.openxmlformats.org/drawingml/2006/main">
            <a:pPr algn="l">
              <a:defRPr sz="1500" b="0">
                <a:solidFill>
                  <a:srgbClr val="526069"/>
                </a:solidFill>
                <a:latin typeface="Hiragino Sans"/>
                <a:ea typeface="Hiragino Sans"/>
                <a:cs typeface="Hiragino Sans"/>
              </a:defRPr>
            </a:pPr>
            <a:r>
              <a:rPr sz="1500" b="0">
                <a:solidFill>
                  <a:srgbClr val="526069"/>
                </a:solidFill>
                <a:latin typeface="Hiragino Sans"/>
                <a:ea typeface="Hiragino Sans"/>
                <a:cs typeface="Hiragino Sans"/>
              </a:rPr>
              <a:t>思っているか</a:t>
            </a:r>
          </a:p>
        </p:txBody>
      </p:sp>
      <p:sp>
        <p:nvSpPr>
          <p:cNvPr id="14" name="">
            <a:extLst xmlns:a="http://schemas.openxmlformats.org/drawingml/2006/main">
              <a:ext uri="{FF2B5EF4-FFF2-40B4-BE49-F238E27FC236}">
                <a16:creationId xmlns:a16="http://schemas.microsoft.com/office/drawing/2014/main" id="{CB6B7759-75C6-4306-A7F6-AB3ED53D55A8}"/>
              </a:ext>
            </a:extLst>
          </p:cNvPr>
          <p:cNvSpPr>
            <a:spLocks xmlns:a="http://schemas.openxmlformats.org/drawingml/2006/main" noGrp="1"/>
          </p:cNvSpPr>
          <p:nvPr/>
        </p:nvSpPr>
        <p:spPr>
          <a:xfrm xmlns:a="http://schemas.openxmlformats.org/drawingml/2006/main">
            <a:off x="6057900" y="2667000"/>
            <a:ext cx="495300" cy="19050"/>
          </a:xfrm>
          <a:prstGeom xmlns:a="http://schemas.openxmlformats.org/drawingml/2006/main" prst="rect">
            <a:avLst/>
          </a:prstGeom>
          <a:solidFill xmlns:a="http://schemas.openxmlformats.org/drawingml/2006/main">
            <a:srgbClr val="D8D2C5"/>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7E87FC0B-7CF6-4CB8-9052-379765251453}"/>
              </a:ext>
            </a:extLst>
          </p:cNvPr>
          <p:cNvSpPr>
            <a:spLocks xmlns:a="http://schemas.openxmlformats.org/drawingml/2006/main" noGrp="1"/>
          </p:cNvSpPr>
          <p:nvPr/>
        </p:nvSpPr>
        <p:spPr>
          <a:xfrm xmlns:a="http://schemas.openxmlformats.org/drawingml/2006/main">
            <a:off x="6477000" y="2476500"/>
            <a:ext cx="400050" cy="400050"/>
          </a:xfrm>
          <a:prstGeom xmlns:a="http://schemas.openxmlformats.org/drawingml/2006/main" prst="rect">
            <a:avLst/>
          </a:prstGeom>
          <a:solidFill xmlns:a="http://schemas.openxmlformats.org/drawingml/2006/main">
            <a:srgbClr val="006C67"/>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CFB99089-1016-48FE-9059-368418C43ECE}"/>
              </a:ext>
            </a:extLst>
          </p:cNvPr>
          <p:cNvSpPr>
            <a:spLocks xmlns:a="http://schemas.openxmlformats.org/drawingml/2006/main" noGrp="1"/>
          </p:cNvSpPr>
          <p:nvPr/>
        </p:nvSpPr>
        <p:spPr>
          <a:xfrm xmlns:a="http://schemas.openxmlformats.org/drawingml/2006/main">
            <a:off x="6477000" y="2495550"/>
            <a:ext cx="4000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FFFFFF"/>
                </a:solidFill>
                <a:latin typeface="Hiragino Sans"/>
                <a:ea typeface="Hiragino Sans"/>
                <a:cs typeface="Hiragino Sans"/>
              </a:defRPr>
            </a:pPr>
            <a:r>
              <a:rPr sz="1650" b="1">
                <a:solidFill>
                  <a:srgbClr val="FFFFFF"/>
                </a:solidFill>
                <a:latin typeface="Hiragino Sans"/>
                <a:ea typeface="Hiragino Sans"/>
                <a:cs typeface="Hiragino Sans"/>
              </a:rPr>
              <a:t>3</a:t>
            </a:r>
          </a:p>
        </p:txBody>
      </p:sp>
      <p:sp>
        <p:nvSpPr>
          <p:cNvPr id="17" name="">
            <a:extLst xmlns:a="http://schemas.openxmlformats.org/drawingml/2006/main">
              <a:ext uri="{FF2B5EF4-FFF2-40B4-BE49-F238E27FC236}">
                <a16:creationId xmlns:a16="http://schemas.microsoft.com/office/drawing/2014/main" id="{F6DBF17A-1FCE-4D02-8566-079E0E9AE8ED}"/>
              </a:ext>
            </a:extLst>
          </p:cNvPr>
          <p:cNvSpPr>
            <a:spLocks xmlns:a="http://schemas.openxmlformats.org/drawingml/2006/main" noGrp="1"/>
          </p:cNvSpPr>
          <p:nvPr/>
        </p:nvSpPr>
        <p:spPr>
          <a:xfrm xmlns:a="http://schemas.openxmlformats.org/drawingml/2006/main">
            <a:off x="7029450" y="2400300"/>
            <a:ext cx="18097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72026"/>
                </a:solidFill>
                <a:latin typeface="Hiragino Sans"/>
                <a:ea typeface="Hiragino Sans"/>
                <a:cs typeface="Hiragino Sans"/>
              </a:defRPr>
            </a:pPr>
            <a:r>
              <a:rPr sz="2100" b="1">
                <a:solidFill>
                  <a:srgbClr val="172026"/>
                </a:solidFill>
                <a:latin typeface="Hiragino Sans"/>
                <a:ea typeface="Hiragino Sans"/>
                <a:cs typeface="Hiragino Sans"/>
              </a:rPr>
              <a:t>関心</a:t>
            </a:r>
          </a:p>
        </p:txBody>
      </p:sp>
      <p:sp>
        <p:nvSpPr>
          <p:cNvPr id="18" name="">
            <a:extLst xmlns:a="http://schemas.openxmlformats.org/drawingml/2006/main">
              <a:ext uri="{FF2B5EF4-FFF2-40B4-BE49-F238E27FC236}">
                <a16:creationId xmlns:a16="http://schemas.microsoft.com/office/drawing/2014/main" id="{097957D7-B7CD-4D97-88AD-C18A2E8CFF11}"/>
              </a:ext>
            </a:extLst>
          </p:cNvPr>
          <p:cNvSpPr>
            <a:spLocks xmlns:a="http://schemas.openxmlformats.org/drawingml/2006/main" noGrp="1"/>
          </p:cNvSpPr>
          <p:nvPr/>
        </p:nvSpPr>
        <p:spPr>
          <a:xfrm xmlns:a="http://schemas.openxmlformats.org/drawingml/2006/main">
            <a:off x="7029450" y="2876550"/>
            <a:ext cx="20002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526069"/>
                </a:solidFill>
                <a:latin typeface="Hiragino Sans"/>
                <a:ea typeface="Hiragino Sans"/>
                <a:cs typeface="Hiragino Sans"/>
              </a:defRPr>
            </a:pPr>
            <a:r>
              <a:rPr sz="1500" b="0">
                <a:solidFill>
                  <a:srgbClr val="526069"/>
                </a:solidFill>
                <a:latin typeface="Hiragino Sans"/>
                <a:ea typeface="Hiragino Sans"/>
                <a:cs typeface="Hiragino Sans"/>
              </a:rPr>
              <a:t>発表者と同じ</a:t>
            </a:r>
          </a:p>
          <a:p xmlns:a="http://schemas.openxmlformats.org/drawingml/2006/main">
            <a:pPr algn="l">
              <a:defRPr sz="1500" b="0">
                <a:solidFill>
                  <a:srgbClr val="526069"/>
                </a:solidFill>
                <a:latin typeface="Hiragino Sans"/>
                <a:ea typeface="Hiragino Sans"/>
                <a:cs typeface="Hiragino Sans"/>
              </a:defRPr>
            </a:pPr>
            <a:r>
              <a:rPr sz="1500" b="0">
                <a:solidFill>
                  <a:srgbClr val="526069"/>
                </a:solidFill>
                <a:latin typeface="Hiragino Sans"/>
                <a:ea typeface="Hiragino Sans"/>
                <a:cs typeface="Hiragino Sans"/>
              </a:rPr>
              <a:t>問題意識があるか</a:t>
            </a:r>
          </a:p>
        </p:txBody>
      </p:sp>
      <p:sp>
        <p:nvSpPr>
          <p:cNvPr id="19" name="">
            <a:extLst xmlns:a="http://schemas.openxmlformats.org/drawingml/2006/main">
              <a:ext uri="{FF2B5EF4-FFF2-40B4-BE49-F238E27FC236}">
                <a16:creationId xmlns:a16="http://schemas.microsoft.com/office/drawing/2014/main" id="{AD44FFF2-34A7-4B5B-9EB4-8B106BC9C7CC}"/>
              </a:ext>
            </a:extLst>
          </p:cNvPr>
          <p:cNvSpPr>
            <a:spLocks xmlns:a="http://schemas.openxmlformats.org/drawingml/2006/main" noGrp="1"/>
          </p:cNvSpPr>
          <p:nvPr/>
        </p:nvSpPr>
        <p:spPr>
          <a:xfrm xmlns:a="http://schemas.openxmlformats.org/drawingml/2006/main">
            <a:off x="9067800" y="2266950"/>
            <a:ext cx="1981200" cy="1581150"/>
          </a:xfrm>
          <a:prstGeom xmlns:a="http://schemas.openxmlformats.org/drawingml/2006/main" prst="rect">
            <a:avLst/>
          </a:prstGeom>
          <a:solidFill xmlns:a="http://schemas.openxmlformats.org/drawingml/2006/main">
            <a:srgbClr val="006C67"/>
          </a:solidFill>
          <a:ln xmlns:a="http://schemas.openxmlformats.org/drawingml/2006/main" w="0">
            <a:solidFill>
              <a:srgbClr val="006C67"/>
            </a:solidFill>
            <a:prstDash val="solid"/>
          </a:ln>
        </p:spPr>
      </p:sp>
      <p:sp>
        <p:nvSpPr>
          <p:cNvPr id="20" name="">
            <a:extLst xmlns:a="http://schemas.openxmlformats.org/drawingml/2006/main">
              <a:ext uri="{FF2B5EF4-FFF2-40B4-BE49-F238E27FC236}">
                <a16:creationId xmlns:a16="http://schemas.microsoft.com/office/drawing/2014/main" id="{D9730FE5-CC6C-44F5-A1A9-C4F1E9922DB3}"/>
              </a:ext>
            </a:extLst>
          </p:cNvPr>
          <p:cNvSpPr>
            <a:spLocks xmlns:a="http://schemas.openxmlformats.org/drawingml/2006/main" noGrp="1"/>
          </p:cNvSpPr>
          <p:nvPr/>
        </p:nvSpPr>
        <p:spPr>
          <a:xfrm xmlns:a="http://schemas.openxmlformats.org/drawingml/2006/main">
            <a:off x="9201150" y="2676525"/>
            <a:ext cx="17145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2025" b="1">
                <a:solidFill>
                  <a:srgbClr val="FFFFFF"/>
                </a:solidFill>
                <a:latin typeface="Hiragino Sans"/>
                <a:ea typeface="Hiragino Sans"/>
                <a:cs typeface="Hiragino Sans"/>
              </a:defRPr>
            </a:pPr>
            <a:r>
              <a:rPr sz="2025" b="1">
                <a:solidFill>
                  <a:srgbClr val="FFFFFF"/>
                </a:solidFill>
                <a:latin typeface="Hiragino Sans"/>
                <a:ea typeface="Hiragino Sans"/>
                <a:cs typeface="Hiragino Sans"/>
              </a:rPr>
              <a:t>発表を</a:t>
            </a:r>
          </a:p>
          <a:p xmlns:a="http://schemas.openxmlformats.org/drawingml/2006/main">
            <a:pPr algn="ctr">
              <a:defRPr sz="2025" b="1">
                <a:solidFill>
                  <a:srgbClr val="FFFFFF"/>
                </a:solidFill>
                <a:latin typeface="Hiragino Sans"/>
                <a:ea typeface="Hiragino Sans"/>
                <a:cs typeface="Hiragino Sans"/>
              </a:defRPr>
            </a:pPr>
            <a:r>
              <a:rPr sz="2025" b="1">
                <a:solidFill>
                  <a:srgbClr val="FFFFFF"/>
                </a:solidFill>
                <a:latin typeface="Hiragino Sans"/>
                <a:ea typeface="Hiragino Sans"/>
                <a:cs typeface="Hiragino Sans"/>
              </a:rPr>
              <a:t>デザインする</a:t>
            </a:r>
          </a:p>
        </p:txBody>
      </p:sp>
      <p:sp>
        <p:nvSpPr>
          <p:cNvPr id="21" name="">
            <a:extLst xmlns:a="http://schemas.openxmlformats.org/drawingml/2006/main">
              <a:ext uri="{FF2B5EF4-FFF2-40B4-BE49-F238E27FC236}">
                <a16:creationId xmlns:a16="http://schemas.microsoft.com/office/drawing/2014/main" id="{4F338089-7E61-4BF1-829C-1B1C57990AB7}"/>
              </a:ext>
            </a:extLst>
          </p:cNvPr>
          <p:cNvSpPr>
            <a:spLocks xmlns:a="http://schemas.openxmlformats.org/drawingml/2006/main" noGrp="1"/>
          </p:cNvSpPr>
          <p:nvPr/>
        </p:nvSpPr>
        <p:spPr>
          <a:xfrm xmlns:a="http://schemas.openxmlformats.org/drawingml/2006/main">
            <a:off x="1143000" y="4895850"/>
            <a:ext cx="89535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172026"/>
                </a:solidFill>
                <a:latin typeface="Hiragino Sans"/>
                <a:ea typeface="Hiragino Sans"/>
                <a:cs typeface="Hiragino Sans"/>
              </a:defRPr>
            </a:pPr>
            <a:r>
              <a:rPr sz="1875" b="1">
                <a:solidFill>
                  <a:srgbClr val="172026"/>
                </a:solidFill>
                <a:latin typeface="Hiragino Sans"/>
                <a:ea typeface="Hiragino Sans"/>
                <a:cs typeface="Hiragino Sans"/>
              </a:rPr>
              <a:t>聴衆を想定しない発表は、説明量も用語選択も偶然に任せることになる。</a:t>
            </a:r>
          </a:p>
        </p:txBody>
      </p:sp>
      <p:sp>
        <p:nvSpPr>
          <p:cNvPr id="22" name="">
            <a:extLst xmlns:a="http://schemas.openxmlformats.org/drawingml/2006/main">
              <a:ext uri="{FF2B5EF4-FFF2-40B4-BE49-F238E27FC236}">
                <a16:creationId xmlns:a16="http://schemas.microsoft.com/office/drawing/2014/main" id="{10CC5EF2-3BCE-416E-857C-A799D93E5D57}"/>
              </a:ext>
            </a:extLst>
          </p:cNvPr>
          <p:cNvSpPr>
            <a:spLocks xmlns:a="http://schemas.openxmlformats.org/drawingml/2006/main" noGrp="1"/>
          </p:cNvSpPr>
          <p:nvPr/>
        </p:nvSpPr>
        <p:spPr>
          <a:xfrm xmlns:a="http://schemas.openxmlformats.org/drawingml/2006/main">
            <a:off x="609600" y="6324600"/>
            <a:ext cx="9620250" cy="9525"/>
          </a:xfrm>
          <a:prstGeom xmlns:a="http://schemas.openxmlformats.org/drawingml/2006/main" prst="rect">
            <a:avLst/>
          </a:prstGeom>
          <a:solidFill xmlns:a="http://schemas.openxmlformats.org/drawingml/2006/main">
            <a:srgbClr val="D8D2C5"/>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9CFB509D-C6C4-4876-9BC1-D463B4BEE73D}"/>
              </a:ext>
            </a:extLst>
          </p:cNvPr>
          <p:cNvSpPr>
            <a:spLocks xmlns:a="http://schemas.openxmlformats.org/drawingml/2006/main" noGrp="1"/>
          </p:cNvSpPr>
          <p:nvPr/>
        </p:nvSpPr>
        <p:spPr>
          <a:xfrm xmlns:a="http://schemas.openxmlformats.org/drawingml/2006/main">
            <a:off x="609600" y="6429375"/>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26069"/>
                </a:solidFill>
                <a:latin typeface="Hiragino Sans"/>
                <a:ea typeface="Hiragino Sans"/>
                <a:cs typeface="Hiragino Sans"/>
              </a:defRPr>
            </a:pPr>
            <a:r>
              <a:rPr sz="750" b="0">
                <a:solidFill>
                  <a:srgbClr val="526069"/>
                </a:solidFill>
                <a:latin typeface="Hiragino Sans"/>
                <a:ea typeface="Hiragino Sans"/>
                <a:cs typeface="Hiragino Sans"/>
              </a:rPr>
              <a:t>鈴木亨「学会発表の基本テクニック」日本義肢装具学会誌 26(1), 2010</a:t>
            </a:r>
          </a:p>
        </p:txBody>
      </p:sp>
      <p:sp>
        <p:nvSpPr>
          <p:cNvPr id="24" name="">
            <a:extLst xmlns:a="http://schemas.openxmlformats.org/drawingml/2006/main">
              <a:ext uri="{FF2B5EF4-FFF2-40B4-BE49-F238E27FC236}">
                <a16:creationId xmlns:a16="http://schemas.microsoft.com/office/drawing/2014/main" id="{554652B6-5CCE-478E-96E3-AA40F3B11F41}"/>
              </a:ext>
            </a:extLst>
          </p:cNvPr>
          <p:cNvSpPr>
            <a:spLocks xmlns:a="http://schemas.openxmlformats.org/drawingml/2006/main" noGrp="1"/>
          </p:cNvSpPr>
          <p:nvPr/>
        </p:nvSpPr>
        <p:spPr>
          <a:xfrm xmlns:a="http://schemas.openxmlformats.org/drawingml/2006/main">
            <a:off x="10744200" y="6372225"/>
            <a:ext cx="838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350" b="1">
                <a:solidFill>
                  <a:srgbClr val="006C67"/>
                </a:solidFill>
                <a:latin typeface="Hiragino Sans"/>
                <a:ea typeface="Hiragino Sans"/>
                <a:cs typeface="Hiragino Sans"/>
              </a:defRPr>
            </a:pPr>
            <a:r>
              <a:rPr sz="1350" b="1">
                <a:solidFill>
                  <a:srgbClr val="006C67"/>
                </a:solidFill>
                <a:latin typeface="Hiragino Sans"/>
                <a:ea typeface="Hiragino Sans"/>
                <a:cs typeface="Hiragino Sans"/>
              </a:rPr>
              <a:t>05</a:t>
            </a:r>
          </a:p>
        </p:txBody>
      </p:sp>
    </p:spTree>
    <p:extLst>
      <p:ext uri="{BB962C8B-B14F-4D97-AF65-F5344CB8AC3E}">
        <p14:creationId xmlns:p14="http://schemas.microsoft.com/office/powerpoint/2010/main" val="179336435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75FB0E8-4220-4E7A-9F00-1BAE8CB13D0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D"/>
          </a:solidFill>
          <a:ln xmlns:a="http://schemas.openxmlformats.org/drawingml/2006/main" w="0">
            <a:solidFill>
              <a:srgbClr val="000000">
                <a:alpha val="0"/>
              </a:srgbClr>
            </a:solidFill>
            <a:prstDash val="solid"/>
          </a:ln>
        </p:spPr>
      </p:sp>
      <p:sp>
        <p:nvSpPr>
          <p:cNvPr id="2" name="kicker-FOCUS-marker">
            <a:extLst xmlns:a="http://schemas.openxmlformats.org/drawingml/2006/main">
              <a:ext uri="{FF2B5EF4-FFF2-40B4-BE49-F238E27FC236}">
                <a16:creationId xmlns:a16="http://schemas.microsoft.com/office/drawing/2014/main" id="{3F302E77-5540-43FB-B881-2A00C48EF387}"/>
              </a:ext>
            </a:extLst>
          </p:cNvPr>
          <p:cNvSpPr>
            <a:spLocks xmlns:a="http://schemas.openxmlformats.org/drawingml/2006/main" noGrp="1"/>
          </p:cNvSpPr>
          <p:nvPr/>
        </p:nvSpPr>
        <p:spPr>
          <a:xfrm xmlns:a="http://schemas.openxmlformats.org/drawingml/2006/main">
            <a:off x="609600" y="609600"/>
            <a:ext cx="247650" cy="38100"/>
          </a:xfrm>
          <a:prstGeom xmlns:a="http://schemas.openxmlformats.org/drawingml/2006/main" prst="rect">
            <a:avLst/>
          </a:prstGeom>
          <a:solidFill xmlns:a="http://schemas.openxmlformats.org/drawingml/2006/main">
            <a:srgbClr val="006C67"/>
          </a:solidFill>
          <a:ln xmlns:a="http://schemas.openxmlformats.org/drawingml/2006/main" w="0">
            <a:solidFill>
              <a:srgbClr val="006C67"/>
            </a:solidFill>
            <a:prstDash val="solid"/>
          </a:ln>
        </p:spPr>
      </p:sp>
      <p:sp>
        <p:nvSpPr>
          <p:cNvPr id="3" name="kicker-FOCUS-label">
            <a:extLst xmlns:a="http://schemas.openxmlformats.org/drawingml/2006/main">
              <a:ext uri="{FF2B5EF4-FFF2-40B4-BE49-F238E27FC236}">
                <a16:creationId xmlns:a16="http://schemas.microsoft.com/office/drawing/2014/main" id="{881508FF-3C80-4602-9682-83D3BC0A1C62}"/>
              </a:ext>
            </a:extLst>
          </p:cNvPr>
          <p:cNvSpPr>
            <a:spLocks xmlns:a="http://schemas.openxmlformats.org/drawingml/2006/main" noGrp="1"/>
          </p:cNvSpPr>
          <p:nvPr/>
        </p:nvSpPr>
        <p:spPr>
          <a:xfrm xmlns:a="http://schemas.openxmlformats.org/drawingml/2006/main">
            <a:off x="990600" y="5143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06C67"/>
                </a:solidFill>
                <a:latin typeface="Hiragino Sans"/>
                <a:ea typeface="Hiragino Sans"/>
                <a:cs typeface="Hiragino Sans"/>
              </a:defRPr>
            </a:pPr>
            <a:r>
              <a:rPr sz="1125" b="1">
                <a:solidFill>
                  <a:srgbClr val="006C67"/>
                </a:solidFill>
                <a:latin typeface="Hiragino Sans"/>
                <a:ea typeface="Hiragino Sans"/>
                <a:cs typeface="Hiragino Sans"/>
              </a:rPr>
              <a:t>FOCUS</a:t>
            </a:r>
          </a:p>
        </p:txBody>
      </p:sp>
      <p:sp>
        <p:nvSpPr>
          <p:cNvPr id="4" name="">
            <a:extLst xmlns:a="http://schemas.openxmlformats.org/drawingml/2006/main">
              <a:ext uri="{FF2B5EF4-FFF2-40B4-BE49-F238E27FC236}">
                <a16:creationId xmlns:a16="http://schemas.microsoft.com/office/drawing/2014/main" id="{BD146054-7410-4A63-AF34-5D62FDDAE244}"/>
              </a:ext>
            </a:extLst>
          </p:cNvPr>
          <p:cNvSpPr>
            <a:spLocks xmlns:a="http://schemas.openxmlformats.org/drawingml/2006/main" noGrp="1"/>
          </p:cNvSpPr>
          <p:nvPr/>
        </p:nvSpPr>
        <p:spPr>
          <a:xfrm xmlns:a="http://schemas.openxmlformats.org/drawingml/2006/main">
            <a:off x="609600" y="876300"/>
            <a:ext cx="9144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72026"/>
                </a:solidFill>
                <a:latin typeface="Hiragino Sans"/>
                <a:ea typeface="Hiragino Sans"/>
                <a:cs typeface="Hiragino Sans"/>
              </a:defRPr>
            </a:pPr>
            <a:r>
              <a:rPr sz="3000" b="1">
                <a:solidFill>
                  <a:srgbClr val="172026"/>
                </a:solidFill>
                <a:latin typeface="Hiragino Sans"/>
                <a:ea typeface="Hiragino Sans"/>
                <a:cs typeface="Hiragino Sans"/>
              </a:rPr>
              <a:t>短い口演では、研究全体ではなく3点を残す。</a:t>
            </a:r>
          </a:p>
        </p:txBody>
      </p:sp>
      <p:sp>
        <p:nvSpPr>
          <p:cNvPr id="5" name="">
            <a:extLst xmlns:a="http://schemas.openxmlformats.org/drawingml/2006/main">
              <a:ext uri="{FF2B5EF4-FFF2-40B4-BE49-F238E27FC236}">
                <a16:creationId xmlns:a16="http://schemas.microsoft.com/office/drawing/2014/main" id="{1F272AD3-10B3-4884-BDA9-A8458E7DAFB3}"/>
              </a:ext>
            </a:extLst>
          </p:cNvPr>
          <p:cNvSpPr>
            <a:spLocks xmlns:a="http://schemas.openxmlformats.org/drawingml/2006/main" noGrp="1"/>
          </p:cNvSpPr>
          <p:nvPr/>
        </p:nvSpPr>
        <p:spPr>
          <a:xfrm xmlns:a="http://schemas.openxmlformats.org/drawingml/2006/main">
            <a:off x="1257300" y="2247900"/>
            <a:ext cx="87630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8D2C5"/>
            </a:solidFill>
            <a:prstDash val="solid"/>
          </a:ln>
        </p:spPr>
      </p:sp>
      <p:sp>
        <p:nvSpPr>
          <p:cNvPr id="6" name="">
            <a:extLst xmlns:a="http://schemas.openxmlformats.org/drawingml/2006/main">
              <a:ext uri="{FF2B5EF4-FFF2-40B4-BE49-F238E27FC236}">
                <a16:creationId xmlns:a16="http://schemas.microsoft.com/office/drawing/2014/main" id="{7BAD8E0B-8F0E-4874-92BA-31C0CFD9731E}"/>
              </a:ext>
            </a:extLst>
          </p:cNvPr>
          <p:cNvSpPr>
            <a:spLocks xmlns:a="http://schemas.openxmlformats.org/drawingml/2006/main" noGrp="1"/>
          </p:cNvSpPr>
          <p:nvPr/>
        </p:nvSpPr>
        <p:spPr>
          <a:xfrm xmlns:a="http://schemas.openxmlformats.org/drawingml/2006/main">
            <a:off x="1524000" y="2381250"/>
            <a:ext cx="8191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526069"/>
                </a:solidFill>
                <a:latin typeface="Hiragino Sans"/>
                <a:ea typeface="Hiragino Sans"/>
                <a:cs typeface="Hiragino Sans"/>
              </a:defRPr>
            </a:pPr>
            <a:r>
              <a:rPr sz="1950" b="1">
                <a:solidFill>
                  <a:srgbClr val="526069"/>
                </a:solidFill>
                <a:latin typeface="Hiragino Sans"/>
                <a:ea typeface="Hiragino Sans"/>
                <a:cs typeface="Hiragino Sans"/>
              </a:rPr>
              <a:t>半年から1年かけた研究全体</a:t>
            </a:r>
          </a:p>
        </p:txBody>
      </p:sp>
      <p:sp>
        <p:nvSpPr>
          <p:cNvPr id="7" name="">
            <a:extLst xmlns:a="http://schemas.openxmlformats.org/drawingml/2006/main">
              <a:ext uri="{FF2B5EF4-FFF2-40B4-BE49-F238E27FC236}">
                <a16:creationId xmlns:a16="http://schemas.microsoft.com/office/drawing/2014/main" id="{DE919822-59A5-4BC1-A54A-37997ACA5E10}"/>
              </a:ext>
            </a:extLst>
          </p:cNvPr>
          <p:cNvSpPr>
            <a:spLocks xmlns:a="http://schemas.openxmlformats.org/drawingml/2006/main" noGrp="1"/>
          </p:cNvSpPr>
          <p:nvPr/>
        </p:nvSpPr>
        <p:spPr>
          <a:xfrm xmlns:a="http://schemas.openxmlformats.org/drawingml/2006/main">
            <a:off x="2190750" y="3219450"/>
            <a:ext cx="6858000" cy="552450"/>
          </a:xfrm>
          <a:prstGeom xmlns:a="http://schemas.openxmlformats.org/drawingml/2006/main" prst="rect">
            <a:avLst/>
          </a:prstGeom>
          <a:solidFill xmlns:a="http://schemas.openxmlformats.org/drawingml/2006/main">
            <a:srgbClr val="ECE6D8"/>
          </a:solidFill>
          <a:ln xmlns:a="http://schemas.openxmlformats.org/drawingml/2006/main" w="9525">
            <a:solidFill>
              <a:srgbClr val="D8D2C5"/>
            </a:solidFill>
            <a:prstDash val="solid"/>
          </a:ln>
        </p:spPr>
      </p:sp>
      <p:sp>
        <p:nvSpPr>
          <p:cNvPr id="8" name="">
            <a:extLst xmlns:a="http://schemas.openxmlformats.org/drawingml/2006/main">
              <a:ext uri="{FF2B5EF4-FFF2-40B4-BE49-F238E27FC236}">
                <a16:creationId xmlns:a16="http://schemas.microsoft.com/office/drawing/2014/main" id="{2770057E-7334-40D3-A005-D81EF2815026}"/>
              </a:ext>
            </a:extLst>
          </p:cNvPr>
          <p:cNvSpPr>
            <a:spLocks xmlns:a="http://schemas.openxmlformats.org/drawingml/2006/main" noGrp="1"/>
          </p:cNvSpPr>
          <p:nvPr/>
        </p:nvSpPr>
        <p:spPr>
          <a:xfrm xmlns:a="http://schemas.openxmlformats.org/drawingml/2006/main">
            <a:off x="2476500" y="3333750"/>
            <a:ext cx="62865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172026"/>
                </a:solidFill>
                <a:latin typeface="Hiragino Sans"/>
                <a:ea typeface="Hiragino Sans"/>
                <a:cs typeface="Hiragino Sans"/>
              </a:defRPr>
            </a:pPr>
            <a:r>
              <a:rPr sz="1800" b="1">
                <a:solidFill>
                  <a:srgbClr val="172026"/>
                </a:solidFill>
                <a:latin typeface="Hiragino Sans"/>
                <a:ea typeface="Hiragino Sans"/>
                <a:cs typeface="Hiragino Sans"/>
              </a:rPr>
              <a:t>10分前後の発表時間</a:t>
            </a:r>
          </a:p>
        </p:txBody>
      </p:sp>
      <p:sp>
        <p:nvSpPr>
          <p:cNvPr id="9" name="">
            <a:extLst xmlns:a="http://schemas.openxmlformats.org/drawingml/2006/main">
              <a:ext uri="{FF2B5EF4-FFF2-40B4-BE49-F238E27FC236}">
                <a16:creationId xmlns:a16="http://schemas.microsoft.com/office/drawing/2014/main" id="{6A2252E8-B194-45E9-AB38-AE3B082F986A}"/>
              </a:ext>
            </a:extLst>
          </p:cNvPr>
          <p:cNvSpPr>
            <a:spLocks xmlns:a="http://schemas.openxmlformats.org/drawingml/2006/main" noGrp="1"/>
          </p:cNvSpPr>
          <p:nvPr/>
        </p:nvSpPr>
        <p:spPr>
          <a:xfrm xmlns:a="http://schemas.openxmlformats.org/drawingml/2006/main">
            <a:off x="1638300" y="4457700"/>
            <a:ext cx="232410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5"/>
            </a:solidFill>
            <a:prstDash val="solid"/>
          </a:ln>
        </p:spPr>
      </p:sp>
      <p:sp>
        <p:nvSpPr>
          <p:cNvPr id="10" name="">
            <a:extLst xmlns:a="http://schemas.openxmlformats.org/drawingml/2006/main">
              <a:ext uri="{FF2B5EF4-FFF2-40B4-BE49-F238E27FC236}">
                <a16:creationId xmlns:a16="http://schemas.microsoft.com/office/drawing/2014/main" id="{C4F6DD14-F0E5-43DB-A9E4-F72098BA5ED9}"/>
              </a:ext>
            </a:extLst>
          </p:cNvPr>
          <p:cNvSpPr>
            <a:spLocks xmlns:a="http://schemas.openxmlformats.org/drawingml/2006/main" noGrp="1"/>
          </p:cNvSpPr>
          <p:nvPr/>
        </p:nvSpPr>
        <p:spPr>
          <a:xfrm xmlns:a="http://schemas.openxmlformats.org/drawingml/2006/main">
            <a:off x="1809750" y="4695825"/>
            <a:ext cx="19812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172026"/>
                </a:solidFill>
                <a:latin typeface="Hiragino Sans"/>
                <a:ea typeface="Hiragino Sans"/>
                <a:cs typeface="Hiragino Sans"/>
              </a:defRPr>
            </a:pPr>
            <a:r>
              <a:rPr sz="1650" b="1">
                <a:solidFill>
                  <a:srgbClr val="172026"/>
                </a:solidFill>
                <a:latin typeface="Hiragino Sans"/>
                <a:ea typeface="Hiragino Sans"/>
                <a:cs typeface="Hiragino Sans"/>
              </a:rPr>
              <a:t>背景の必然性</a:t>
            </a:r>
          </a:p>
        </p:txBody>
      </p:sp>
      <p:sp>
        <p:nvSpPr>
          <p:cNvPr id="11" name="">
            <a:extLst xmlns:a="http://schemas.openxmlformats.org/drawingml/2006/main">
              <a:ext uri="{FF2B5EF4-FFF2-40B4-BE49-F238E27FC236}">
                <a16:creationId xmlns:a16="http://schemas.microsoft.com/office/drawing/2014/main" id="{C3396E5B-AB86-4934-ACF8-E9F3C2B559FD}"/>
              </a:ext>
            </a:extLst>
          </p:cNvPr>
          <p:cNvSpPr>
            <a:spLocks xmlns:a="http://schemas.openxmlformats.org/drawingml/2006/main" noGrp="1"/>
          </p:cNvSpPr>
          <p:nvPr/>
        </p:nvSpPr>
        <p:spPr>
          <a:xfrm xmlns:a="http://schemas.openxmlformats.org/drawingml/2006/main">
            <a:off x="4533900" y="4457700"/>
            <a:ext cx="232410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5"/>
            </a:solidFill>
            <a:prstDash val="solid"/>
          </a:ln>
        </p:spPr>
      </p:sp>
      <p:sp>
        <p:nvSpPr>
          <p:cNvPr id="12" name="">
            <a:extLst xmlns:a="http://schemas.openxmlformats.org/drawingml/2006/main">
              <a:ext uri="{FF2B5EF4-FFF2-40B4-BE49-F238E27FC236}">
                <a16:creationId xmlns:a16="http://schemas.microsoft.com/office/drawing/2014/main" id="{DBCEFF1A-8207-431C-8BE9-7145F17896CE}"/>
              </a:ext>
            </a:extLst>
          </p:cNvPr>
          <p:cNvSpPr>
            <a:spLocks xmlns:a="http://schemas.openxmlformats.org/drawingml/2006/main" noGrp="1"/>
          </p:cNvSpPr>
          <p:nvPr/>
        </p:nvSpPr>
        <p:spPr>
          <a:xfrm xmlns:a="http://schemas.openxmlformats.org/drawingml/2006/main">
            <a:off x="4705350" y="4695825"/>
            <a:ext cx="19812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172026"/>
                </a:solidFill>
                <a:latin typeface="Hiragino Sans"/>
                <a:ea typeface="Hiragino Sans"/>
                <a:cs typeface="Hiragino Sans"/>
              </a:defRPr>
            </a:pPr>
            <a:r>
              <a:rPr sz="1650" b="1">
                <a:solidFill>
                  <a:srgbClr val="172026"/>
                </a:solidFill>
                <a:latin typeface="Hiragino Sans"/>
                <a:ea typeface="Hiragino Sans"/>
                <a:cs typeface="Hiragino Sans"/>
              </a:rPr>
              <a:t>方法・結果の核</a:t>
            </a:r>
          </a:p>
        </p:txBody>
      </p:sp>
      <p:sp>
        <p:nvSpPr>
          <p:cNvPr id="13" name="">
            <a:extLst xmlns:a="http://schemas.openxmlformats.org/drawingml/2006/main">
              <a:ext uri="{FF2B5EF4-FFF2-40B4-BE49-F238E27FC236}">
                <a16:creationId xmlns:a16="http://schemas.microsoft.com/office/drawing/2014/main" id="{C39F2DDF-FB18-487F-AC21-BBEAEC695A01}"/>
              </a:ext>
            </a:extLst>
          </p:cNvPr>
          <p:cNvSpPr>
            <a:spLocks xmlns:a="http://schemas.openxmlformats.org/drawingml/2006/main" noGrp="1"/>
          </p:cNvSpPr>
          <p:nvPr/>
        </p:nvSpPr>
        <p:spPr>
          <a:xfrm xmlns:a="http://schemas.openxmlformats.org/drawingml/2006/main">
            <a:off x="7429500" y="4457700"/>
            <a:ext cx="232410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5"/>
            </a:solidFill>
            <a:prstDash val="solid"/>
          </a:ln>
        </p:spPr>
      </p:sp>
      <p:sp>
        <p:nvSpPr>
          <p:cNvPr id="14" name="">
            <a:extLst xmlns:a="http://schemas.openxmlformats.org/drawingml/2006/main">
              <a:ext uri="{FF2B5EF4-FFF2-40B4-BE49-F238E27FC236}">
                <a16:creationId xmlns:a16="http://schemas.microsoft.com/office/drawing/2014/main" id="{7E78156B-E9D2-472C-9CFC-3C77BB7E5D39}"/>
              </a:ext>
            </a:extLst>
          </p:cNvPr>
          <p:cNvSpPr>
            <a:spLocks xmlns:a="http://schemas.openxmlformats.org/drawingml/2006/main" noGrp="1"/>
          </p:cNvSpPr>
          <p:nvPr/>
        </p:nvSpPr>
        <p:spPr>
          <a:xfrm xmlns:a="http://schemas.openxmlformats.org/drawingml/2006/main">
            <a:off x="7600950" y="4695825"/>
            <a:ext cx="19812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172026"/>
                </a:solidFill>
                <a:latin typeface="Hiragino Sans"/>
                <a:ea typeface="Hiragino Sans"/>
                <a:cs typeface="Hiragino Sans"/>
              </a:defRPr>
            </a:pPr>
            <a:r>
              <a:rPr sz="1650" b="1">
                <a:solidFill>
                  <a:srgbClr val="172026"/>
                </a:solidFill>
                <a:latin typeface="Hiragino Sans"/>
                <a:ea typeface="Hiragino Sans"/>
                <a:cs typeface="Hiragino Sans"/>
              </a:rPr>
              <a:t>数日後に残る結論</a:t>
            </a:r>
          </a:p>
        </p:txBody>
      </p:sp>
      <p:sp>
        <p:nvSpPr>
          <p:cNvPr id="15" name="">
            <a:extLst xmlns:a="http://schemas.openxmlformats.org/drawingml/2006/main">
              <a:ext uri="{FF2B5EF4-FFF2-40B4-BE49-F238E27FC236}">
                <a16:creationId xmlns:a16="http://schemas.microsoft.com/office/drawing/2014/main" id="{0CA576FB-4B62-4BB2-B7D2-3F1E2D2F06B2}"/>
              </a:ext>
            </a:extLst>
          </p:cNvPr>
          <p:cNvSpPr>
            <a:spLocks xmlns:a="http://schemas.openxmlformats.org/drawingml/2006/main" noGrp="1"/>
          </p:cNvSpPr>
          <p:nvPr/>
        </p:nvSpPr>
        <p:spPr>
          <a:xfrm xmlns:a="http://schemas.openxmlformats.org/drawingml/2006/main">
            <a:off x="5619750" y="2914650"/>
            <a:ext cx="19050" cy="304800"/>
          </a:xfrm>
          <a:prstGeom xmlns:a="http://schemas.openxmlformats.org/drawingml/2006/main" prst="rect">
            <a:avLst/>
          </a:prstGeom>
          <a:solidFill xmlns:a="http://schemas.openxmlformats.org/drawingml/2006/main">
            <a:srgbClr val="D8D2C5"/>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519B3057-ACAB-4179-9A96-D7A28D137AB2}"/>
              </a:ext>
            </a:extLst>
          </p:cNvPr>
          <p:cNvSpPr>
            <a:spLocks xmlns:a="http://schemas.openxmlformats.org/drawingml/2006/main" noGrp="1"/>
          </p:cNvSpPr>
          <p:nvPr/>
        </p:nvSpPr>
        <p:spPr>
          <a:xfrm xmlns:a="http://schemas.openxmlformats.org/drawingml/2006/main">
            <a:off x="5619750" y="3829050"/>
            <a:ext cx="19050" cy="495300"/>
          </a:xfrm>
          <a:prstGeom xmlns:a="http://schemas.openxmlformats.org/drawingml/2006/main" prst="rect">
            <a:avLst/>
          </a:prstGeom>
          <a:solidFill xmlns:a="http://schemas.openxmlformats.org/drawingml/2006/main">
            <a:srgbClr val="D8D2C5"/>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B4A695DC-7DD1-47EA-BFF3-90EB7C09B292}"/>
              </a:ext>
            </a:extLst>
          </p:cNvPr>
          <p:cNvSpPr>
            <a:spLocks xmlns:a="http://schemas.openxmlformats.org/drawingml/2006/main" noGrp="1"/>
          </p:cNvSpPr>
          <p:nvPr/>
        </p:nvSpPr>
        <p:spPr>
          <a:xfrm xmlns:a="http://schemas.openxmlformats.org/drawingml/2006/main">
            <a:off x="609600" y="6324600"/>
            <a:ext cx="9620250" cy="9525"/>
          </a:xfrm>
          <a:prstGeom xmlns:a="http://schemas.openxmlformats.org/drawingml/2006/main" prst="rect">
            <a:avLst/>
          </a:prstGeom>
          <a:solidFill xmlns:a="http://schemas.openxmlformats.org/drawingml/2006/main">
            <a:srgbClr val="D8D2C5"/>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BF816A2F-8E6E-48B9-A163-11097F10E0C3}"/>
              </a:ext>
            </a:extLst>
          </p:cNvPr>
          <p:cNvSpPr>
            <a:spLocks xmlns:a="http://schemas.openxmlformats.org/drawingml/2006/main" noGrp="1"/>
          </p:cNvSpPr>
          <p:nvPr/>
        </p:nvSpPr>
        <p:spPr>
          <a:xfrm xmlns:a="http://schemas.openxmlformats.org/drawingml/2006/main">
            <a:off x="609600" y="6429375"/>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26069"/>
                </a:solidFill>
                <a:latin typeface="Hiragino Sans"/>
                <a:ea typeface="Hiragino Sans"/>
                <a:cs typeface="Hiragino Sans"/>
              </a:defRPr>
            </a:pPr>
            <a:r>
              <a:rPr sz="750" b="0">
                <a:solidFill>
                  <a:srgbClr val="526069"/>
                </a:solidFill>
                <a:latin typeface="Hiragino Sans"/>
                <a:ea typeface="Hiragino Sans"/>
                <a:cs typeface="Hiragino Sans"/>
              </a:rPr>
              <a:t>鈴木亨「学会発表の基本テクニック」日本義肢装具学会誌 26(1), 2010</a:t>
            </a:r>
          </a:p>
        </p:txBody>
      </p:sp>
      <p:sp>
        <p:nvSpPr>
          <p:cNvPr id="19" name="">
            <a:extLst xmlns:a="http://schemas.openxmlformats.org/drawingml/2006/main">
              <a:ext uri="{FF2B5EF4-FFF2-40B4-BE49-F238E27FC236}">
                <a16:creationId xmlns:a16="http://schemas.microsoft.com/office/drawing/2014/main" id="{E7B9955F-0BF5-4500-8B7C-1EA3AC957464}"/>
              </a:ext>
            </a:extLst>
          </p:cNvPr>
          <p:cNvSpPr>
            <a:spLocks xmlns:a="http://schemas.openxmlformats.org/drawingml/2006/main" noGrp="1"/>
          </p:cNvSpPr>
          <p:nvPr/>
        </p:nvSpPr>
        <p:spPr>
          <a:xfrm xmlns:a="http://schemas.openxmlformats.org/drawingml/2006/main">
            <a:off x="10744200" y="6372225"/>
            <a:ext cx="838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350" b="1">
                <a:solidFill>
                  <a:srgbClr val="006C67"/>
                </a:solidFill>
                <a:latin typeface="Hiragino Sans"/>
                <a:ea typeface="Hiragino Sans"/>
                <a:cs typeface="Hiragino Sans"/>
              </a:defRPr>
            </a:pPr>
            <a:r>
              <a:rPr sz="1350" b="1">
                <a:solidFill>
                  <a:srgbClr val="006C67"/>
                </a:solidFill>
                <a:latin typeface="Hiragino Sans"/>
                <a:ea typeface="Hiragino Sans"/>
                <a:cs typeface="Hiragino Sans"/>
              </a:rPr>
              <a:t>06</a:t>
            </a:r>
          </a:p>
        </p:txBody>
      </p:sp>
    </p:spTree>
    <p:extLst>
      <p:ext uri="{BB962C8B-B14F-4D97-AF65-F5344CB8AC3E}">
        <p14:creationId xmlns:p14="http://schemas.microsoft.com/office/powerpoint/2010/main" val="161603101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0CE41F3-0935-410E-B08F-3844103ACE0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D"/>
          </a:solidFill>
          <a:ln xmlns:a="http://schemas.openxmlformats.org/drawingml/2006/main" w="0">
            <a:solidFill>
              <a:srgbClr val="000000">
                <a:alpha val="0"/>
              </a:srgbClr>
            </a:solidFill>
            <a:prstDash val="solid"/>
          </a:ln>
        </p:spPr>
      </p:sp>
      <p:sp>
        <p:nvSpPr>
          <p:cNvPr id="2" name="kicker-SCRIPT-marker">
            <a:extLst xmlns:a="http://schemas.openxmlformats.org/drawingml/2006/main">
              <a:ext uri="{FF2B5EF4-FFF2-40B4-BE49-F238E27FC236}">
                <a16:creationId xmlns:a16="http://schemas.microsoft.com/office/drawing/2014/main" id="{75BC7690-CA25-453A-8D5C-8ED70A56CC95}"/>
              </a:ext>
            </a:extLst>
          </p:cNvPr>
          <p:cNvSpPr>
            <a:spLocks xmlns:a="http://schemas.openxmlformats.org/drawingml/2006/main" noGrp="1"/>
          </p:cNvSpPr>
          <p:nvPr/>
        </p:nvSpPr>
        <p:spPr>
          <a:xfrm xmlns:a="http://schemas.openxmlformats.org/drawingml/2006/main">
            <a:off x="609600" y="609600"/>
            <a:ext cx="247650" cy="38100"/>
          </a:xfrm>
          <a:prstGeom xmlns:a="http://schemas.openxmlformats.org/drawingml/2006/main" prst="rect">
            <a:avLst/>
          </a:prstGeom>
          <a:solidFill xmlns:a="http://schemas.openxmlformats.org/drawingml/2006/main">
            <a:srgbClr val="006C67"/>
          </a:solidFill>
          <a:ln xmlns:a="http://schemas.openxmlformats.org/drawingml/2006/main" w="0">
            <a:solidFill>
              <a:srgbClr val="006C67"/>
            </a:solidFill>
            <a:prstDash val="solid"/>
          </a:ln>
        </p:spPr>
      </p:sp>
      <p:sp>
        <p:nvSpPr>
          <p:cNvPr id="3" name="kicker-SCRIPT-label">
            <a:extLst xmlns:a="http://schemas.openxmlformats.org/drawingml/2006/main">
              <a:ext uri="{FF2B5EF4-FFF2-40B4-BE49-F238E27FC236}">
                <a16:creationId xmlns:a16="http://schemas.microsoft.com/office/drawing/2014/main" id="{BBABCD23-DB73-4CBE-ABB1-10958749CC75}"/>
              </a:ext>
            </a:extLst>
          </p:cNvPr>
          <p:cNvSpPr>
            <a:spLocks xmlns:a="http://schemas.openxmlformats.org/drawingml/2006/main" noGrp="1"/>
          </p:cNvSpPr>
          <p:nvPr/>
        </p:nvSpPr>
        <p:spPr>
          <a:xfrm xmlns:a="http://schemas.openxmlformats.org/drawingml/2006/main">
            <a:off x="990600" y="5143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06C67"/>
                </a:solidFill>
                <a:latin typeface="Hiragino Sans"/>
                <a:ea typeface="Hiragino Sans"/>
                <a:cs typeface="Hiragino Sans"/>
              </a:defRPr>
            </a:pPr>
            <a:r>
              <a:rPr sz="1125" b="1">
                <a:solidFill>
                  <a:srgbClr val="006C67"/>
                </a:solidFill>
                <a:latin typeface="Hiragino Sans"/>
                <a:ea typeface="Hiragino Sans"/>
                <a:cs typeface="Hiragino Sans"/>
              </a:rPr>
              <a:t>SCRIPT</a:t>
            </a:r>
          </a:p>
        </p:txBody>
      </p:sp>
      <p:sp>
        <p:nvSpPr>
          <p:cNvPr id="4" name="">
            <a:extLst xmlns:a="http://schemas.openxmlformats.org/drawingml/2006/main">
              <a:ext uri="{FF2B5EF4-FFF2-40B4-BE49-F238E27FC236}">
                <a16:creationId xmlns:a16="http://schemas.microsoft.com/office/drawing/2014/main" id="{C4D9982D-500B-4AA3-BF86-44409CEAFAD8}"/>
              </a:ext>
            </a:extLst>
          </p:cNvPr>
          <p:cNvSpPr>
            <a:spLocks xmlns:a="http://schemas.openxmlformats.org/drawingml/2006/main" noGrp="1"/>
          </p:cNvSpPr>
          <p:nvPr/>
        </p:nvSpPr>
        <p:spPr>
          <a:xfrm xmlns:a="http://schemas.openxmlformats.org/drawingml/2006/main">
            <a:off x="609600" y="876300"/>
            <a:ext cx="95250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72026"/>
                </a:solidFill>
                <a:latin typeface="Hiragino Sans"/>
                <a:ea typeface="Hiragino Sans"/>
                <a:cs typeface="Hiragino Sans"/>
              </a:defRPr>
            </a:pPr>
            <a:r>
              <a:rPr sz="3000" b="1">
                <a:solidFill>
                  <a:srgbClr val="172026"/>
                </a:solidFill>
                <a:latin typeface="Hiragino Sans"/>
                <a:ea typeface="Hiragino Sans"/>
                <a:cs typeface="Hiragino Sans"/>
              </a:rPr>
              <a:t>原稿は読む台本ではなく、論理を整える設計図である。</a:t>
            </a:r>
          </a:p>
        </p:txBody>
      </p:sp>
      <p:sp>
        <p:nvSpPr>
          <p:cNvPr id="5" name="">
            <a:extLst xmlns:a="http://schemas.openxmlformats.org/drawingml/2006/main">
              <a:ext uri="{FF2B5EF4-FFF2-40B4-BE49-F238E27FC236}">
                <a16:creationId xmlns:a16="http://schemas.microsoft.com/office/drawing/2014/main" id="{A7E90403-8DA0-485E-8FF5-05F25271800E}"/>
              </a:ext>
            </a:extLst>
          </p:cNvPr>
          <p:cNvSpPr>
            <a:spLocks xmlns:a="http://schemas.openxmlformats.org/drawingml/2006/main" noGrp="1"/>
          </p:cNvSpPr>
          <p:nvPr/>
        </p:nvSpPr>
        <p:spPr>
          <a:xfrm xmlns:a="http://schemas.openxmlformats.org/drawingml/2006/main">
            <a:off x="876300" y="2381250"/>
            <a:ext cx="2705100" cy="19431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5"/>
            </a:solidFill>
            <a:prstDash val="solid"/>
          </a:ln>
        </p:spPr>
      </p:sp>
      <p:sp>
        <p:nvSpPr>
          <p:cNvPr id="6" name="">
            <a:extLst xmlns:a="http://schemas.openxmlformats.org/drawingml/2006/main">
              <a:ext uri="{FF2B5EF4-FFF2-40B4-BE49-F238E27FC236}">
                <a16:creationId xmlns:a16="http://schemas.microsoft.com/office/drawing/2014/main" id="{540779A1-B6FA-49D1-B868-07E658B19888}"/>
              </a:ext>
            </a:extLst>
          </p:cNvPr>
          <p:cNvSpPr>
            <a:spLocks xmlns:a="http://schemas.openxmlformats.org/drawingml/2006/main" noGrp="1"/>
          </p:cNvSpPr>
          <p:nvPr/>
        </p:nvSpPr>
        <p:spPr>
          <a:xfrm xmlns:a="http://schemas.openxmlformats.org/drawingml/2006/main">
            <a:off x="1085850" y="2571750"/>
            <a:ext cx="2286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06C67"/>
                </a:solidFill>
                <a:latin typeface="Hiragino Sans"/>
                <a:ea typeface="Hiragino Sans"/>
                <a:cs typeface="Hiragino Sans"/>
              </a:defRPr>
            </a:pPr>
            <a:r>
              <a:rPr sz="1200" b="1">
                <a:solidFill>
                  <a:srgbClr val="006C67"/>
                </a:solidFill>
                <a:latin typeface="Hiragino Sans"/>
                <a:ea typeface="Hiragino Sans"/>
                <a:cs typeface="Hiragino Sans"/>
              </a:rPr>
              <a:t>速度</a:t>
            </a:r>
          </a:p>
        </p:txBody>
      </p:sp>
      <p:sp>
        <p:nvSpPr>
          <p:cNvPr id="7" name="">
            <a:extLst xmlns:a="http://schemas.openxmlformats.org/drawingml/2006/main">
              <a:ext uri="{FF2B5EF4-FFF2-40B4-BE49-F238E27FC236}">
                <a16:creationId xmlns:a16="http://schemas.microsoft.com/office/drawing/2014/main" id="{661D1703-AE3F-4D2E-8232-793A11B53289}"/>
              </a:ext>
            </a:extLst>
          </p:cNvPr>
          <p:cNvSpPr>
            <a:spLocks xmlns:a="http://schemas.openxmlformats.org/drawingml/2006/main" noGrp="1"/>
          </p:cNvSpPr>
          <p:nvPr/>
        </p:nvSpPr>
        <p:spPr>
          <a:xfrm xmlns:a="http://schemas.openxmlformats.org/drawingml/2006/main">
            <a:off x="1085850" y="2933700"/>
            <a:ext cx="2286000" cy="1276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72026"/>
                </a:solidFill>
                <a:latin typeface="Hiragino Sans"/>
                <a:ea typeface="Hiragino Sans"/>
                <a:cs typeface="Hiragino Sans"/>
              </a:defRPr>
            </a:pPr>
            <a:r>
              <a:rPr sz="2100" b="1">
                <a:solidFill>
                  <a:srgbClr val="172026"/>
                </a:solidFill>
                <a:latin typeface="Hiragino Sans"/>
                <a:ea typeface="Hiragino Sans"/>
                <a:cs typeface="Hiragino Sans"/>
              </a:rPr>
              <a:t>初心者は</a:t>
            </a:r>
          </a:p>
          <a:p xmlns:a="http://schemas.openxmlformats.org/drawingml/2006/main">
            <a:pPr algn="l">
              <a:defRPr sz="2100" b="1">
                <a:solidFill>
                  <a:srgbClr val="172026"/>
                </a:solidFill>
                <a:latin typeface="Hiragino Sans"/>
                <a:ea typeface="Hiragino Sans"/>
                <a:cs typeface="Hiragino Sans"/>
              </a:defRPr>
            </a:pPr>
            <a:r>
              <a:rPr sz="2100" b="1">
                <a:solidFill>
                  <a:srgbClr val="172026"/>
                </a:solidFill>
                <a:latin typeface="Hiragino Sans"/>
                <a:ea typeface="Hiragino Sans"/>
                <a:cs typeface="Hiragino Sans"/>
              </a:rPr>
              <a:t>250-270字/分</a:t>
            </a:r>
          </a:p>
          <a:p xmlns:a="http://schemas.openxmlformats.org/drawingml/2006/main">
            <a:pPr algn="l">
              <a:defRPr sz="2100" b="1">
                <a:solidFill>
                  <a:srgbClr val="172026"/>
                </a:solidFill>
                <a:latin typeface="Hiragino Sans"/>
                <a:ea typeface="Hiragino Sans"/>
                <a:cs typeface="Hiragino Sans"/>
              </a:defRPr>
            </a:pPr>
            <a:r>
              <a:rPr sz="2100" b="1">
                <a:solidFill>
                  <a:srgbClr val="172026"/>
                </a:solidFill>
                <a:latin typeface="Hiragino Sans"/>
                <a:ea typeface="Hiragino Sans"/>
                <a:cs typeface="Hiragino Sans"/>
              </a:rPr>
              <a:t>程度を目安にする</a:t>
            </a:r>
          </a:p>
        </p:txBody>
      </p:sp>
      <p:sp>
        <p:nvSpPr>
          <p:cNvPr id="8" name="">
            <a:extLst xmlns:a="http://schemas.openxmlformats.org/drawingml/2006/main">
              <a:ext uri="{FF2B5EF4-FFF2-40B4-BE49-F238E27FC236}">
                <a16:creationId xmlns:a16="http://schemas.microsoft.com/office/drawing/2014/main" id="{CE335975-F649-4893-B171-9421D19E9709}"/>
              </a:ext>
            </a:extLst>
          </p:cNvPr>
          <p:cNvSpPr>
            <a:spLocks xmlns:a="http://schemas.openxmlformats.org/drawingml/2006/main" noGrp="1"/>
          </p:cNvSpPr>
          <p:nvPr/>
        </p:nvSpPr>
        <p:spPr>
          <a:xfrm xmlns:a="http://schemas.openxmlformats.org/drawingml/2006/main">
            <a:off x="3867150" y="2381250"/>
            <a:ext cx="2705100" cy="19431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5"/>
            </a:solidFill>
            <a:prstDash val="solid"/>
          </a:ln>
        </p:spPr>
      </p:sp>
      <p:sp>
        <p:nvSpPr>
          <p:cNvPr id="9" name="">
            <a:extLst xmlns:a="http://schemas.openxmlformats.org/drawingml/2006/main">
              <a:ext uri="{FF2B5EF4-FFF2-40B4-BE49-F238E27FC236}">
                <a16:creationId xmlns:a16="http://schemas.microsoft.com/office/drawing/2014/main" id="{26F80162-9472-45A4-B905-C5CB616ED769}"/>
              </a:ext>
            </a:extLst>
          </p:cNvPr>
          <p:cNvSpPr>
            <a:spLocks xmlns:a="http://schemas.openxmlformats.org/drawingml/2006/main" noGrp="1"/>
          </p:cNvSpPr>
          <p:nvPr/>
        </p:nvSpPr>
        <p:spPr>
          <a:xfrm xmlns:a="http://schemas.openxmlformats.org/drawingml/2006/main">
            <a:off x="4076700" y="2571750"/>
            <a:ext cx="2286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06C67"/>
                </a:solidFill>
                <a:latin typeface="Hiragino Sans"/>
                <a:ea typeface="Hiragino Sans"/>
                <a:cs typeface="Hiragino Sans"/>
              </a:defRPr>
            </a:pPr>
            <a:r>
              <a:rPr sz="1200" b="1">
                <a:solidFill>
                  <a:srgbClr val="006C67"/>
                </a:solidFill>
                <a:latin typeface="Hiragino Sans"/>
                <a:ea typeface="Hiragino Sans"/>
                <a:cs typeface="Hiragino Sans"/>
              </a:rPr>
              <a:t>文</a:t>
            </a:r>
          </a:p>
        </p:txBody>
      </p:sp>
      <p:sp>
        <p:nvSpPr>
          <p:cNvPr id="10" name="">
            <a:extLst xmlns:a="http://schemas.openxmlformats.org/drawingml/2006/main">
              <a:ext uri="{FF2B5EF4-FFF2-40B4-BE49-F238E27FC236}">
                <a16:creationId xmlns:a16="http://schemas.microsoft.com/office/drawing/2014/main" id="{34875770-5888-48BC-8737-FCF1A1E406F0}"/>
              </a:ext>
            </a:extLst>
          </p:cNvPr>
          <p:cNvSpPr>
            <a:spLocks xmlns:a="http://schemas.openxmlformats.org/drawingml/2006/main" noGrp="1"/>
          </p:cNvSpPr>
          <p:nvPr/>
        </p:nvSpPr>
        <p:spPr>
          <a:xfrm xmlns:a="http://schemas.openxmlformats.org/drawingml/2006/main">
            <a:off x="4076700" y="2933700"/>
            <a:ext cx="2286000" cy="1276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72026"/>
                </a:solidFill>
                <a:latin typeface="Hiragino Sans"/>
                <a:ea typeface="Hiragino Sans"/>
                <a:cs typeface="Hiragino Sans"/>
              </a:defRPr>
            </a:pPr>
            <a:r>
              <a:rPr sz="2025" b="1">
                <a:solidFill>
                  <a:srgbClr val="172026"/>
                </a:solidFill>
                <a:latin typeface="Hiragino Sans"/>
                <a:ea typeface="Hiragino Sans"/>
                <a:cs typeface="Hiragino Sans"/>
              </a:rPr>
              <a:t>1つの文には</a:t>
            </a:r>
          </a:p>
          <a:p xmlns:a="http://schemas.openxmlformats.org/drawingml/2006/main">
            <a:pPr algn="l">
              <a:defRPr sz="2025" b="1">
                <a:solidFill>
                  <a:srgbClr val="172026"/>
                </a:solidFill>
                <a:latin typeface="Hiragino Sans"/>
                <a:ea typeface="Hiragino Sans"/>
                <a:cs typeface="Hiragino Sans"/>
              </a:defRPr>
            </a:pPr>
            <a:r>
              <a:rPr sz="2025" b="1">
                <a:solidFill>
                  <a:srgbClr val="172026"/>
                </a:solidFill>
                <a:latin typeface="Hiragino Sans"/>
                <a:ea typeface="Hiragino Sans"/>
                <a:cs typeface="Hiragino Sans"/>
              </a:rPr>
              <a:t>1つの考えだけを</a:t>
            </a:r>
          </a:p>
          <a:p xmlns:a="http://schemas.openxmlformats.org/drawingml/2006/main">
            <a:pPr algn="l">
              <a:defRPr sz="2025" b="1">
                <a:solidFill>
                  <a:srgbClr val="172026"/>
                </a:solidFill>
                <a:latin typeface="Hiragino Sans"/>
                <a:ea typeface="Hiragino Sans"/>
                <a:cs typeface="Hiragino Sans"/>
              </a:defRPr>
            </a:pPr>
            <a:r>
              <a:rPr sz="2025" b="1">
                <a:solidFill>
                  <a:srgbClr val="172026"/>
                </a:solidFill>
                <a:latin typeface="Hiragino Sans"/>
                <a:ea typeface="Hiragino Sans"/>
                <a:cs typeface="Hiragino Sans"/>
              </a:rPr>
              <a:t>入れる</a:t>
            </a:r>
          </a:p>
        </p:txBody>
      </p:sp>
      <p:sp>
        <p:nvSpPr>
          <p:cNvPr id="11" name="">
            <a:extLst xmlns:a="http://schemas.openxmlformats.org/drawingml/2006/main">
              <a:ext uri="{FF2B5EF4-FFF2-40B4-BE49-F238E27FC236}">
                <a16:creationId xmlns:a16="http://schemas.microsoft.com/office/drawing/2014/main" id="{CE9082FF-5DF9-4BBF-A606-D61B65D39019}"/>
              </a:ext>
            </a:extLst>
          </p:cNvPr>
          <p:cNvSpPr>
            <a:spLocks xmlns:a="http://schemas.openxmlformats.org/drawingml/2006/main" noGrp="1"/>
          </p:cNvSpPr>
          <p:nvPr/>
        </p:nvSpPr>
        <p:spPr>
          <a:xfrm xmlns:a="http://schemas.openxmlformats.org/drawingml/2006/main">
            <a:off x="6858000" y="2381250"/>
            <a:ext cx="2705100" cy="19431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5"/>
            </a:solidFill>
            <a:prstDash val="solid"/>
          </a:ln>
        </p:spPr>
      </p:sp>
      <p:sp>
        <p:nvSpPr>
          <p:cNvPr id="12" name="">
            <a:extLst xmlns:a="http://schemas.openxmlformats.org/drawingml/2006/main">
              <a:ext uri="{FF2B5EF4-FFF2-40B4-BE49-F238E27FC236}">
                <a16:creationId xmlns:a16="http://schemas.microsoft.com/office/drawing/2014/main" id="{BE25D0E3-3197-415E-AEB0-9020E3C455FF}"/>
              </a:ext>
            </a:extLst>
          </p:cNvPr>
          <p:cNvSpPr>
            <a:spLocks xmlns:a="http://schemas.openxmlformats.org/drawingml/2006/main" noGrp="1"/>
          </p:cNvSpPr>
          <p:nvPr/>
        </p:nvSpPr>
        <p:spPr>
          <a:xfrm xmlns:a="http://schemas.openxmlformats.org/drawingml/2006/main">
            <a:off x="7067550" y="2571750"/>
            <a:ext cx="2286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06C67"/>
                </a:solidFill>
                <a:latin typeface="Hiragino Sans"/>
                <a:ea typeface="Hiragino Sans"/>
                <a:cs typeface="Hiragino Sans"/>
              </a:defRPr>
            </a:pPr>
            <a:r>
              <a:rPr sz="1200" b="1">
                <a:solidFill>
                  <a:srgbClr val="006C67"/>
                </a:solidFill>
                <a:latin typeface="Hiragino Sans"/>
                <a:ea typeface="Hiragino Sans"/>
                <a:cs typeface="Hiragino Sans"/>
              </a:rPr>
              <a:t>言葉</a:t>
            </a:r>
          </a:p>
        </p:txBody>
      </p:sp>
      <p:sp>
        <p:nvSpPr>
          <p:cNvPr id="13" name="">
            <a:extLst xmlns:a="http://schemas.openxmlformats.org/drawingml/2006/main">
              <a:ext uri="{FF2B5EF4-FFF2-40B4-BE49-F238E27FC236}">
                <a16:creationId xmlns:a16="http://schemas.microsoft.com/office/drawing/2014/main" id="{0CC9D338-730F-4C6C-A7F0-22E0EC96142D}"/>
              </a:ext>
            </a:extLst>
          </p:cNvPr>
          <p:cNvSpPr>
            <a:spLocks xmlns:a="http://schemas.openxmlformats.org/drawingml/2006/main" noGrp="1"/>
          </p:cNvSpPr>
          <p:nvPr/>
        </p:nvSpPr>
        <p:spPr>
          <a:xfrm xmlns:a="http://schemas.openxmlformats.org/drawingml/2006/main">
            <a:off x="7067550" y="2933700"/>
            <a:ext cx="2286000" cy="1276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72026"/>
                </a:solidFill>
                <a:latin typeface="Hiragino Sans"/>
                <a:ea typeface="Hiragino Sans"/>
                <a:cs typeface="Hiragino Sans"/>
              </a:defRPr>
            </a:pPr>
            <a:r>
              <a:rPr sz="2025" b="1">
                <a:solidFill>
                  <a:srgbClr val="172026"/>
                </a:solidFill>
                <a:latin typeface="Hiragino Sans"/>
                <a:ea typeface="Hiragino Sans"/>
                <a:cs typeface="Hiragino Sans"/>
              </a:rPr>
              <a:t>難語・長い修飾語</a:t>
            </a:r>
          </a:p>
          <a:p xmlns:a="http://schemas.openxmlformats.org/drawingml/2006/main">
            <a:pPr algn="l">
              <a:defRPr sz="2025" b="1">
                <a:solidFill>
                  <a:srgbClr val="172026"/>
                </a:solidFill>
                <a:latin typeface="Hiragino Sans"/>
                <a:ea typeface="Hiragino Sans"/>
                <a:cs typeface="Hiragino Sans"/>
              </a:defRPr>
            </a:pPr>
            <a:r>
              <a:rPr sz="2025" b="1">
                <a:solidFill>
                  <a:srgbClr val="172026"/>
                </a:solidFill>
                <a:latin typeface="Hiragino Sans"/>
                <a:ea typeface="Hiragino Sans"/>
                <a:cs typeface="Hiragino Sans"/>
              </a:rPr>
              <a:t>二重否定を避ける</a:t>
            </a:r>
          </a:p>
        </p:txBody>
      </p:sp>
      <p:sp>
        <p:nvSpPr>
          <p:cNvPr id="14" name="">
            <a:extLst xmlns:a="http://schemas.openxmlformats.org/drawingml/2006/main">
              <a:ext uri="{FF2B5EF4-FFF2-40B4-BE49-F238E27FC236}">
                <a16:creationId xmlns:a16="http://schemas.microsoft.com/office/drawing/2014/main" id="{48566412-6A3B-4EFE-9335-A2E0A2249E21}"/>
              </a:ext>
            </a:extLst>
          </p:cNvPr>
          <p:cNvSpPr>
            <a:spLocks xmlns:a="http://schemas.openxmlformats.org/drawingml/2006/main" noGrp="1"/>
          </p:cNvSpPr>
          <p:nvPr/>
        </p:nvSpPr>
        <p:spPr>
          <a:xfrm xmlns:a="http://schemas.openxmlformats.org/drawingml/2006/main">
            <a:off x="895350" y="4762500"/>
            <a:ext cx="8648700" cy="590550"/>
          </a:xfrm>
          <a:prstGeom xmlns:a="http://schemas.openxmlformats.org/drawingml/2006/main" prst="rect">
            <a:avLst/>
          </a:prstGeom>
          <a:solidFill xmlns:a="http://schemas.openxmlformats.org/drawingml/2006/main">
            <a:srgbClr val="DCEDEA"/>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DD2E7650-C1A7-4572-9179-B5AF961CF667}"/>
              </a:ext>
            </a:extLst>
          </p:cNvPr>
          <p:cNvSpPr>
            <a:spLocks xmlns:a="http://schemas.openxmlformats.org/drawingml/2006/main" noGrp="1"/>
          </p:cNvSpPr>
          <p:nvPr/>
        </p:nvSpPr>
        <p:spPr>
          <a:xfrm xmlns:a="http://schemas.openxmlformats.org/drawingml/2006/main">
            <a:off x="1181100" y="4924425"/>
            <a:ext cx="80772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06C67"/>
                </a:solidFill>
                <a:latin typeface="Hiragino Sans"/>
                <a:ea typeface="Hiragino Sans"/>
                <a:cs typeface="Hiragino Sans"/>
              </a:defRPr>
            </a:pPr>
            <a:r>
              <a:rPr sz="1725" b="1">
                <a:solidFill>
                  <a:srgbClr val="006C67"/>
                </a:solidFill>
                <a:latin typeface="Hiragino Sans"/>
                <a:ea typeface="Hiragino Sans"/>
                <a:cs typeface="Hiragino Sans"/>
              </a:rPr>
              <a:t>原稿は、スライドの内容を口頭で説明できるように準備する。</a:t>
            </a:r>
          </a:p>
        </p:txBody>
      </p:sp>
      <p:sp>
        <p:nvSpPr>
          <p:cNvPr id="16" name="">
            <a:extLst xmlns:a="http://schemas.openxmlformats.org/drawingml/2006/main">
              <a:ext uri="{FF2B5EF4-FFF2-40B4-BE49-F238E27FC236}">
                <a16:creationId xmlns:a16="http://schemas.microsoft.com/office/drawing/2014/main" id="{DD70AC5C-AF9E-49ED-B807-0B11ED65481F}"/>
              </a:ext>
            </a:extLst>
          </p:cNvPr>
          <p:cNvSpPr>
            <a:spLocks xmlns:a="http://schemas.openxmlformats.org/drawingml/2006/main" noGrp="1"/>
          </p:cNvSpPr>
          <p:nvPr/>
        </p:nvSpPr>
        <p:spPr>
          <a:xfrm xmlns:a="http://schemas.openxmlformats.org/drawingml/2006/main">
            <a:off x="609600" y="6324600"/>
            <a:ext cx="9620250" cy="9525"/>
          </a:xfrm>
          <a:prstGeom xmlns:a="http://schemas.openxmlformats.org/drawingml/2006/main" prst="rect">
            <a:avLst/>
          </a:prstGeom>
          <a:solidFill xmlns:a="http://schemas.openxmlformats.org/drawingml/2006/main">
            <a:srgbClr val="D8D2C5"/>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748E313B-FFD6-42A6-A63C-A4D00A12D9B9}"/>
              </a:ext>
            </a:extLst>
          </p:cNvPr>
          <p:cNvSpPr>
            <a:spLocks xmlns:a="http://schemas.openxmlformats.org/drawingml/2006/main" noGrp="1"/>
          </p:cNvSpPr>
          <p:nvPr/>
        </p:nvSpPr>
        <p:spPr>
          <a:xfrm xmlns:a="http://schemas.openxmlformats.org/drawingml/2006/main">
            <a:off x="609600" y="6429375"/>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26069"/>
                </a:solidFill>
                <a:latin typeface="Hiragino Sans"/>
                <a:ea typeface="Hiragino Sans"/>
                <a:cs typeface="Hiragino Sans"/>
              </a:defRPr>
            </a:pPr>
            <a:r>
              <a:rPr sz="750" b="0">
                <a:solidFill>
                  <a:srgbClr val="526069"/>
                </a:solidFill>
                <a:latin typeface="Hiragino Sans"/>
                <a:ea typeface="Hiragino Sans"/>
                <a:cs typeface="Hiragino Sans"/>
              </a:rPr>
              <a:t>鈴木亨「学会発表の基本テクニック」日本義肢装具学会誌 26(1), 2010</a:t>
            </a:r>
          </a:p>
        </p:txBody>
      </p:sp>
      <p:sp>
        <p:nvSpPr>
          <p:cNvPr id="18" name="">
            <a:extLst xmlns:a="http://schemas.openxmlformats.org/drawingml/2006/main">
              <a:ext uri="{FF2B5EF4-FFF2-40B4-BE49-F238E27FC236}">
                <a16:creationId xmlns:a16="http://schemas.microsoft.com/office/drawing/2014/main" id="{2455C2E6-B77F-4482-A278-936F1DBA6479}"/>
              </a:ext>
            </a:extLst>
          </p:cNvPr>
          <p:cNvSpPr>
            <a:spLocks xmlns:a="http://schemas.openxmlformats.org/drawingml/2006/main" noGrp="1"/>
          </p:cNvSpPr>
          <p:nvPr/>
        </p:nvSpPr>
        <p:spPr>
          <a:xfrm xmlns:a="http://schemas.openxmlformats.org/drawingml/2006/main">
            <a:off x="10744200" y="6372225"/>
            <a:ext cx="838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350" b="1">
                <a:solidFill>
                  <a:srgbClr val="006C67"/>
                </a:solidFill>
                <a:latin typeface="Hiragino Sans"/>
                <a:ea typeface="Hiragino Sans"/>
                <a:cs typeface="Hiragino Sans"/>
              </a:defRPr>
            </a:pPr>
            <a:r>
              <a:rPr sz="1350" b="1">
                <a:solidFill>
                  <a:srgbClr val="006C67"/>
                </a:solidFill>
                <a:latin typeface="Hiragino Sans"/>
                <a:ea typeface="Hiragino Sans"/>
                <a:cs typeface="Hiragino Sans"/>
              </a:rPr>
              <a:t>07</a:t>
            </a:r>
          </a:p>
        </p:txBody>
      </p:sp>
    </p:spTree>
    <p:extLst>
      <p:ext uri="{BB962C8B-B14F-4D97-AF65-F5344CB8AC3E}">
        <p14:creationId xmlns:p14="http://schemas.microsoft.com/office/powerpoint/2010/main" val="47580650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F18BDFA-29B0-4C5A-9C64-19B88DBD0D0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D"/>
          </a:solidFill>
          <a:ln xmlns:a="http://schemas.openxmlformats.org/drawingml/2006/main" w="0">
            <a:solidFill>
              <a:srgbClr val="000000">
                <a:alpha val="0"/>
              </a:srgbClr>
            </a:solidFill>
            <a:prstDash val="solid"/>
          </a:ln>
        </p:spPr>
      </p:sp>
      <p:sp>
        <p:nvSpPr>
          <p:cNvPr id="2" name="kicker-PACING-marker">
            <a:extLst xmlns:a="http://schemas.openxmlformats.org/drawingml/2006/main">
              <a:ext uri="{FF2B5EF4-FFF2-40B4-BE49-F238E27FC236}">
                <a16:creationId xmlns:a16="http://schemas.microsoft.com/office/drawing/2014/main" id="{AD9CE17C-40BE-48D2-8AEC-4AB9AA1BCA9B}"/>
              </a:ext>
            </a:extLst>
          </p:cNvPr>
          <p:cNvSpPr>
            <a:spLocks xmlns:a="http://schemas.openxmlformats.org/drawingml/2006/main" noGrp="1"/>
          </p:cNvSpPr>
          <p:nvPr/>
        </p:nvSpPr>
        <p:spPr>
          <a:xfrm xmlns:a="http://schemas.openxmlformats.org/drawingml/2006/main">
            <a:off x="609600" y="609600"/>
            <a:ext cx="247650" cy="38100"/>
          </a:xfrm>
          <a:prstGeom xmlns:a="http://schemas.openxmlformats.org/drawingml/2006/main" prst="rect">
            <a:avLst/>
          </a:prstGeom>
          <a:solidFill xmlns:a="http://schemas.openxmlformats.org/drawingml/2006/main">
            <a:srgbClr val="006C67"/>
          </a:solidFill>
          <a:ln xmlns:a="http://schemas.openxmlformats.org/drawingml/2006/main" w="0">
            <a:solidFill>
              <a:srgbClr val="006C67"/>
            </a:solidFill>
            <a:prstDash val="solid"/>
          </a:ln>
        </p:spPr>
      </p:sp>
      <p:sp>
        <p:nvSpPr>
          <p:cNvPr id="3" name="kicker-PACING-label">
            <a:extLst xmlns:a="http://schemas.openxmlformats.org/drawingml/2006/main">
              <a:ext uri="{FF2B5EF4-FFF2-40B4-BE49-F238E27FC236}">
                <a16:creationId xmlns:a16="http://schemas.microsoft.com/office/drawing/2014/main" id="{4E14E3E9-346D-4989-AD7B-4D9A8D8D5E7C}"/>
              </a:ext>
            </a:extLst>
          </p:cNvPr>
          <p:cNvSpPr>
            <a:spLocks xmlns:a="http://schemas.openxmlformats.org/drawingml/2006/main" noGrp="1"/>
          </p:cNvSpPr>
          <p:nvPr/>
        </p:nvSpPr>
        <p:spPr>
          <a:xfrm xmlns:a="http://schemas.openxmlformats.org/drawingml/2006/main">
            <a:off x="990600" y="5143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06C67"/>
                </a:solidFill>
                <a:latin typeface="Hiragino Sans"/>
                <a:ea typeface="Hiragino Sans"/>
                <a:cs typeface="Hiragino Sans"/>
              </a:defRPr>
            </a:pPr>
            <a:r>
              <a:rPr sz="1125" b="1">
                <a:solidFill>
                  <a:srgbClr val="006C67"/>
                </a:solidFill>
                <a:latin typeface="Hiragino Sans"/>
                <a:ea typeface="Hiragino Sans"/>
                <a:cs typeface="Hiragino Sans"/>
              </a:rPr>
              <a:t>PACING</a:t>
            </a:r>
          </a:p>
        </p:txBody>
      </p:sp>
      <p:sp>
        <p:nvSpPr>
          <p:cNvPr id="4" name="">
            <a:extLst xmlns:a="http://schemas.openxmlformats.org/drawingml/2006/main">
              <a:ext uri="{FF2B5EF4-FFF2-40B4-BE49-F238E27FC236}">
                <a16:creationId xmlns:a16="http://schemas.microsoft.com/office/drawing/2014/main" id="{BB10E9BF-72F8-43A8-8AF7-331780C715B9}"/>
              </a:ext>
            </a:extLst>
          </p:cNvPr>
          <p:cNvSpPr>
            <a:spLocks xmlns:a="http://schemas.openxmlformats.org/drawingml/2006/main" noGrp="1"/>
          </p:cNvSpPr>
          <p:nvPr/>
        </p:nvSpPr>
        <p:spPr>
          <a:xfrm xmlns:a="http://schemas.openxmlformats.org/drawingml/2006/main">
            <a:off x="609600" y="876300"/>
            <a:ext cx="981075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72026"/>
                </a:solidFill>
                <a:latin typeface="Hiragino Sans"/>
                <a:ea typeface="Hiragino Sans"/>
                <a:cs typeface="Hiragino Sans"/>
              </a:defRPr>
            </a:pPr>
            <a:r>
              <a:rPr sz="3000" b="1">
                <a:solidFill>
                  <a:srgbClr val="172026"/>
                </a:solidFill>
                <a:latin typeface="Hiragino Sans"/>
                <a:ea typeface="Hiragino Sans"/>
                <a:cs typeface="Hiragino Sans"/>
              </a:rPr>
              <a:t>スライドは1分1枚を出発点に、説明時間から逆算する。</a:t>
            </a:r>
          </a:p>
        </p:txBody>
      </p:sp>
      <p:sp>
        <p:nvSpPr>
          <p:cNvPr id="5" name="">
            <a:extLst xmlns:a="http://schemas.openxmlformats.org/drawingml/2006/main">
              <a:ext uri="{FF2B5EF4-FFF2-40B4-BE49-F238E27FC236}">
                <a16:creationId xmlns:a16="http://schemas.microsoft.com/office/drawing/2014/main" id="{44617C3E-63F7-4345-B8E7-C97D4871D110}"/>
              </a:ext>
            </a:extLst>
          </p:cNvPr>
          <p:cNvSpPr>
            <a:spLocks xmlns:a="http://schemas.openxmlformats.org/drawingml/2006/main" noGrp="1"/>
          </p:cNvSpPr>
          <p:nvPr/>
        </p:nvSpPr>
        <p:spPr>
          <a:xfrm xmlns:a="http://schemas.openxmlformats.org/drawingml/2006/main">
            <a:off x="1047750" y="2247900"/>
            <a:ext cx="2095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72026"/>
                </a:solidFill>
                <a:latin typeface="Hiragino Sans"/>
                <a:ea typeface="Hiragino Sans"/>
                <a:cs typeface="Hiragino Sans"/>
              </a:defRPr>
            </a:pPr>
            <a:r>
              <a:rPr sz="1800" b="1">
                <a:solidFill>
                  <a:srgbClr val="172026"/>
                </a:solidFill>
                <a:latin typeface="Hiragino Sans"/>
                <a:ea typeface="Hiragino Sans"/>
                <a:cs typeface="Hiragino Sans"/>
              </a:rPr>
              <a:t>10分枠の例</a:t>
            </a:r>
          </a:p>
        </p:txBody>
      </p:sp>
      <p:sp>
        <p:nvSpPr>
          <p:cNvPr id="6" name="">
            <a:extLst xmlns:a="http://schemas.openxmlformats.org/drawingml/2006/main">
              <a:ext uri="{FF2B5EF4-FFF2-40B4-BE49-F238E27FC236}">
                <a16:creationId xmlns:a16="http://schemas.microsoft.com/office/drawing/2014/main" id="{F6491DFE-8D39-4305-98A4-C0A092A7CCBB}"/>
              </a:ext>
            </a:extLst>
          </p:cNvPr>
          <p:cNvSpPr>
            <a:spLocks xmlns:a="http://schemas.openxmlformats.org/drawingml/2006/main" noGrp="1"/>
          </p:cNvSpPr>
          <p:nvPr/>
        </p:nvSpPr>
        <p:spPr>
          <a:xfrm xmlns:a="http://schemas.openxmlformats.org/drawingml/2006/main">
            <a:off x="1047750" y="2857500"/>
            <a:ext cx="6667500" cy="495300"/>
          </a:xfrm>
          <a:prstGeom xmlns:a="http://schemas.openxmlformats.org/drawingml/2006/main" prst="rect">
            <a:avLst/>
          </a:prstGeom>
          <a:solidFill xmlns:a="http://schemas.openxmlformats.org/drawingml/2006/main">
            <a:srgbClr val="006C67"/>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CC8ECCFD-A348-4119-BE01-625066716BAB}"/>
              </a:ext>
            </a:extLst>
          </p:cNvPr>
          <p:cNvSpPr>
            <a:spLocks xmlns:a="http://schemas.openxmlformats.org/drawingml/2006/main" noGrp="1"/>
          </p:cNvSpPr>
          <p:nvPr/>
        </p:nvSpPr>
        <p:spPr>
          <a:xfrm xmlns:a="http://schemas.openxmlformats.org/drawingml/2006/main">
            <a:off x="7715250" y="2857500"/>
            <a:ext cx="2857500" cy="495300"/>
          </a:xfrm>
          <a:prstGeom xmlns:a="http://schemas.openxmlformats.org/drawingml/2006/main" prst="rect">
            <a:avLst/>
          </a:prstGeom>
          <a:solidFill xmlns:a="http://schemas.openxmlformats.org/drawingml/2006/main">
            <a:srgbClr val="B65A3A"/>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57C44662-AAD9-4480-8093-68FB77E9AC8C}"/>
              </a:ext>
            </a:extLst>
          </p:cNvPr>
          <p:cNvSpPr>
            <a:spLocks xmlns:a="http://schemas.openxmlformats.org/drawingml/2006/main" noGrp="1"/>
          </p:cNvSpPr>
          <p:nvPr/>
        </p:nvSpPr>
        <p:spPr>
          <a:xfrm xmlns:a="http://schemas.openxmlformats.org/drawingml/2006/main">
            <a:off x="1200150" y="2971800"/>
            <a:ext cx="6286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Hiragino Sans"/>
                <a:ea typeface="Hiragino Sans"/>
                <a:cs typeface="Hiragino Sans"/>
              </a:defRPr>
            </a:pPr>
            <a:r>
              <a:rPr sz="1800" b="1">
                <a:solidFill>
                  <a:srgbClr val="FFFFFF"/>
                </a:solidFill>
                <a:latin typeface="Hiragino Sans"/>
                <a:ea typeface="Hiragino Sans"/>
                <a:cs typeface="Hiragino Sans"/>
              </a:rPr>
              <a:t>発表 7分</a:t>
            </a:r>
          </a:p>
        </p:txBody>
      </p:sp>
      <p:sp>
        <p:nvSpPr>
          <p:cNvPr id="9" name="">
            <a:extLst xmlns:a="http://schemas.openxmlformats.org/drawingml/2006/main">
              <a:ext uri="{FF2B5EF4-FFF2-40B4-BE49-F238E27FC236}">
                <a16:creationId xmlns:a16="http://schemas.microsoft.com/office/drawing/2014/main" id="{5CB2E6BE-9A31-4576-8FB0-B965D8FBC6B9}"/>
              </a:ext>
            </a:extLst>
          </p:cNvPr>
          <p:cNvSpPr>
            <a:spLocks xmlns:a="http://schemas.openxmlformats.org/drawingml/2006/main" noGrp="1"/>
          </p:cNvSpPr>
          <p:nvPr/>
        </p:nvSpPr>
        <p:spPr>
          <a:xfrm xmlns:a="http://schemas.openxmlformats.org/drawingml/2006/main">
            <a:off x="7867650" y="2971800"/>
            <a:ext cx="2552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Hiragino Sans"/>
                <a:ea typeface="Hiragino Sans"/>
                <a:cs typeface="Hiragino Sans"/>
              </a:defRPr>
            </a:pPr>
            <a:r>
              <a:rPr sz="1800" b="1">
                <a:solidFill>
                  <a:srgbClr val="FFFFFF"/>
                </a:solidFill>
                <a:latin typeface="Hiragino Sans"/>
                <a:ea typeface="Hiragino Sans"/>
                <a:cs typeface="Hiragino Sans"/>
              </a:rPr>
              <a:t>質疑 3分</a:t>
            </a:r>
          </a:p>
        </p:txBody>
      </p:sp>
      <p:sp>
        <p:nvSpPr>
          <p:cNvPr id="10" name="">
            <a:extLst xmlns:a="http://schemas.openxmlformats.org/drawingml/2006/main">
              <a:ext uri="{FF2B5EF4-FFF2-40B4-BE49-F238E27FC236}">
                <a16:creationId xmlns:a16="http://schemas.microsoft.com/office/drawing/2014/main" id="{9A970842-7B32-4B03-9B9A-38F5E27C0709}"/>
              </a:ext>
            </a:extLst>
          </p:cNvPr>
          <p:cNvSpPr>
            <a:spLocks xmlns:a="http://schemas.openxmlformats.org/drawingml/2006/main" noGrp="1"/>
          </p:cNvSpPr>
          <p:nvPr/>
        </p:nvSpPr>
        <p:spPr>
          <a:xfrm xmlns:a="http://schemas.openxmlformats.org/drawingml/2006/main">
            <a:off x="1047750" y="2705100"/>
            <a:ext cx="9525" cy="876300"/>
          </a:xfrm>
          <a:prstGeom xmlns:a="http://schemas.openxmlformats.org/drawingml/2006/main" prst="rect">
            <a:avLst/>
          </a:prstGeom>
          <a:solidFill xmlns:a="http://schemas.openxmlformats.org/drawingml/2006/main">
            <a:srgbClr val="D8D2C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14CA1C16-78F8-42BF-B07F-36C6002A82FC}"/>
              </a:ext>
            </a:extLst>
          </p:cNvPr>
          <p:cNvSpPr>
            <a:spLocks xmlns:a="http://schemas.openxmlformats.org/drawingml/2006/main" noGrp="1"/>
          </p:cNvSpPr>
          <p:nvPr/>
        </p:nvSpPr>
        <p:spPr>
          <a:xfrm xmlns:a="http://schemas.openxmlformats.org/drawingml/2006/main">
            <a:off x="962025" y="3638550"/>
            <a:ext cx="1714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26069"/>
                </a:solidFill>
                <a:latin typeface="Hiragino Sans"/>
                <a:ea typeface="Hiragino Sans"/>
                <a:cs typeface="Hiragino Sans"/>
              </a:defRPr>
            </a:pPr>
            <a:r>
              <a:rPr sz="975" b="0">
                <a:solidFill>
                  <a:srgbClr val="526069"/>
                </a:solidFill>
                <a:latin typeface="Hiragino Sans"/>
                <a:ea typeface="Hiragino Sans"/>
                <a:cs typeface="Hiragino Sans"/>
              </a:rPr>
              <a:t>0</a:t>
            </a:r>
          </a:p>
        </p:txBody>
      </p:sp>
      <p:sp>
        <p:nvSpPr>
          <p:cNvPr id="12" name="">
            <a:extLst xmlns:a="http://schemas.openxmlformats.org/drawingml/2006/main">
              <a:ext uri="{FF2B5EF4-FFF2-40B4-BE49-F238E27FC236}">
                <a16:creationId xmlns:a16="http://schemas.microsoft.com/office/drawing/2014/main" id="{376588EE-67B5-4998-85EB-4DDB0D33EA7E}"/>
              </a:ext>
            </a:extLst>
          </p:cNvPr>
          <p:cNvSpPr>
            <a:spLocks xmlns:a="http://schemas.openxmlformats.org/drawingml/2006/main" noGrp="1"/>
          </p:cNvSpPr>
          <p:nvPr/>
        </p:nvSpPr>
        <p:spPr>
          <a:xfrm xmlns:a="http://schemas.openxmlformats.org/drawingml/2006/main">
            <a:off x="2000250" y="2705100"/>
            <a:ext cx="9525" cy="876300"/>
          </a:xfrm>
          <a:prstGeom xmlns:a="http://schemas.openxmlformats.org/drawingml/2006/main" prst="rect">
            <a:avLst/>
          </a:prstGeom>
          <a:solidFill xmlns:a="http://schemas.openxmlformats.org/drawingml/2006/main">
            <a:srgbClr val="D8D2C5"/>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DA3962FD-81A0-44B5-ABCF-0E7691275287}"/>
              </a:ext>
            </a:extLst>
          </p:cNvPr>
          <p:cNvSpPr>
            <a:spLocks xmlns:a="http://schemas.openxmlformats.org/drawingml/2006/main" noGrp="1"/>
          </p:cNvSpPr>
          <p:nvPr/>
        </p:nvSpPr>
        <p:spPr>
          <a:xfrm xmlns:a="http://schemas.openxmlformats.org/drawingml/2006/main">
            <a:off x="1914525" y="3638550"/>
            <a:ext cx="1714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26069"/>
                </a:solidFill>
                <a:latin typeface="Hiragino Sans"/>
                <a:ea typeface="Hiragino Sans"/>
                <a:cs typeface="Hiragino Sans"/>
              </a:defRPr>
            </a:pPr>
            <a:r>
              <a:rPr sz="975" b="0">
                <a:solidFill>
                  <a:srgbClr val="526069"/>
                </a:solidFill>
                <a:latin typeface="Hiragino Sans"/>
                <a:ea typeface="Hiragino Sans"/>
                <a:cs typeface="Hiragino Sans"/>
              </a:rPr>
              <a:t>1</a:t>
            </a:r>
          </a:p>
        </p:txBody>
      </p:sp>
      <p:sp>
        <p:nvSpPr>
          <p:cNvPr id="14" name="">
            <a:extLst xmlns:a="http://schemas.openxmlformats.org/drawingml/2006/main">
              <a:ext uri="{FF2B5EF4-FFF2-40B4-BE49-F238E27FC236}">
                <a16:creationId xmlns:a16="http://schemas.microsoft.com/office/drawing/2014/main" id="{1B6D65C3-95EE-4B06-8E69-DB4B2C0CF0CD}"/>
              </a:ext>
            </a:extLst>
          </p:cNvPr>
          <p:cNvSpPr>
            <a:spLocks xmlns:a="http://schemas.openxmlformats.org/drawingml/2006/main" noGrp="1"/>
          </p:cNvSpPr>
          <p:nvPr/>
        </p:nvSpPr>
        <p:spPr>
          <a:xfrm xmlns:a="http://schemas.openxmlformats.org/drawingml/2006/main">
            <a:off x="2952750" y="2705100"/>
            <a:ext cx="9525" cy="876300"/>
          </a:xfrm>
          <a:prstGeom xmlns:a="http://schemas.openxmlformats.org/drawingml/2006/main" prst="rect">
            <a:avLst/>
          </a:prstGeom>
          <a:solidFill xmlns:a="http://schemas.openxmlformats.org/drawingml/2006/main">
            <a:srgbClr val="D8D2C5"/>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F74763E2-AD7D-46FA-8E62-53271A380FDB}"/>
              </a:ext>
            </a:extLst>
          </p:cNvPr>
          <p:cNvSpPr>
            <a:spLocks xmlns:a="http://schemas.openxmlformats.org/drawingml/2006/main" noGrp="1"/>
          </p:cNvSpPr>
          <p:nvPr/>
        </p:nvSpPr>
        <p:spPr>
          <a:xfrm xmlns:a="http://schemas.openxmlformats.org/drawingml/2006/main">
            <a:off x="2867025" y="3638550"/>
            <a:ext cx="1714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26069"/>
                </a:solidFill>
                <a:latin typeface="Hiragino Sans"/>
                <a:ea typeface="Hiragino Sans"/>
                <a:cs typeface="Hiragino Sans"/>
              </a:defRPr>
            </a:pPr>
            <a:r>
              <a:rPr sz="975" b="0">
                <a:solidFill>
                  <a:srgbClr val="526069"/>
                </a:solidFill>
                <a:latin typeface="Hiragino Sans"/>
                <a:ea typeface="Hiragino Sans"/>
                <a:cs typeface="Hiragino Sans"/>
              </a:rPr>
              <a:t>2</a:t>
            </a:r>
          </a:p>
        </p:txBody>
      </p:sp>
      <p:sp>
        <p:nvSpPr>
          <p:cNvPr id="16" name="">
            <a:extLst xmlns:a="http://schemas.openxmlformats.org/drawingml/2006/main">
              <a:ext uri="{FF2B5EF4-FFF2-40B4-BE49-F238E27FC236}">
                <a16:creationId xmlns:a16="http://schemas.microsoft.com/office/drawing/2014/main" id="{891C5233-4256-468D-842B-A2BE9B11A67B}"/>
              </a:ext>
            </a:extLst>
          </p:cNvPr>
          <p:cNvSpPr>
            <a:spLocks xmlns:a="http://schemas.openxmlformats.org/drawingml/2006/main" noGrp="1"/>
          </p:cNvSpPr>
          <p:nvPr/>
        </p:nvSpPr>
        <p:spPr>
          <a:xfrm xmlns:a="http://schemas.openxmlformats.org/drawingml/2006/main">
            <a:off x="3905250" y="2705100"/>
            <a:ext cx="9525" cy="876300"/>
          </a:xfrm>
          <a:prstGeom xmlns:a="http://schemas.openxmlformats.org/drawingml/2006/main" prst="rect">
            <a:avLst/>
          </a:prstGeom>
          <a:solidFill xmlns:a="http://schemas.openxmlformats.org/drawingml/2006/main">
            <a:srgbClr val="D8D2C5"/>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DA30FB86-2A8A-496F-9523-8DFF36AAB3DB}"/>
              </a:ext>
            </a:extLst>
          </p:cNvPr>
          <p:cNvSpPr>
            <a:spLocks xmlns:a="http://schemas.openxmlformats.org/drawingml/2006/main" noGrp="1"/>
          </p:cNvSpPr>
          <p:nvPr/>
        </p:nvSpPr>
        <p:spPr>
          <a:xfrm xmlns:a="http://schemas.openxmlformats.org/drawingml/2006/main">
            <a:off x="3819525" y="3638550"/>
            <a:ext cx="1714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26069"/>
                </a:solidFill>
                <a:latin typeface="Hiragino Sans"/>
                <a:ea typeface="Hiragino Sans"/>
                <a:cs typeface="Hiragino Sans"/>
              </a:defRPr>
            </a:pPr>
            <a:r>
              <a:rPr sz="975" b="0">
                <a:solidFill>
                  <a:srgbClr val="526069"/>
                </a:solidFill>
                <a:latin typeface="Hiragino Sans"/>
                <a:ea typeface="Hiragino Sans"/>
                <a:cs typeface="Hiragino Sans"/>
              </a:rPr>
              <a:t>3</a:t>
            </a:r>
          </a:p>
        </p:txBody>
      </p:sp>
      <p:sp>
        <p:nvSpPr>
          <p:cNvPr id="18" name="">
            <a:extLst xmlns:a="http://schemas.openxmlformats.org/drawingml/2006/main">
              <a:ext uri="{FF2B5EF4-FFF2-40B4-BE49-F238E27FC236}">
                <a16:creationId xmlns:a16="http://schemas.microsoft.com/office/drawing/2014/main" id="{3DEB5EAC-7BA4-4D2C-A4FD-2FA7FD0D3E03}"/>
              </a:ext>
            </a:extLst>
          </p:cNvPr>
          <p:cNvSpPr>
            <a:spLocks xmlns:a="http://schemas.openxmlformats.org/drawingml/2006/main" noGrp="1"/>
          </p:cNvSpPr>
          <p:nvPr/>
        </p:nvSpPr>
        <p:spPr>
          <a:xfrm xmlns:a="http://schemas.openxmlformats.org/drawingml/2006/main">
            <a:off x="4857750" y="2705100"/>
            <a:ext cx="9525" cy="876300"/>
          </a:xfrm>
          <a:prstGeom xmlns:a="http://schemas.openxmlformats.org/drawingml/2006/main" prst="rect">
            <a:avLst/>
          </a:prstGeom>
          <a:solidFill xmlns:a="http://schemas.openxmlformats.org/drawingml/2006/main">
            <a:srgbClr val="D8D2C5"/>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67A5EB3F-808A-4539-A9AD-8D8D8BF70E48}"/>
              </a:ext>
            </a:extLst>
          </p:cNvPr>
          <p:cNvSpPr>
            <a:spLocks xmlns:a="http://schemas.openxmlformats.org/drawingml/2006/main" noGrp="1"/>
          </p:cNvSpPr>
          <p:nvPr/>
        </p:nvSpPr>
        <p:spPr>
          <a:xfrm xmlns:a="http://schemas.openxmlformats.org/drawingml/2006/main">
            <a:off x="4772025" y="3638550"/>
            <a:ext cx="1714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26069"/>
                </a:solidFill>
                <a:latin typeface="Hiragino Sans"/>
                <a:ea typeface="Hiragino Sans"/>
                <a:cs typeface="Hiragino Sans"/>
              </a:defRPr>
            </a:pPr>
            <a:r>
              <a:rPr sz="975" b="0">
                <a:solidFill>
                  <a:srgbClr val="526069"/>
                </a:solidFill>
                <a:latin typeface="Hiragino Sans"/>
                <a:ea typeface="Hiragino Sans"/>
                <a:cs typeface="Hiragino Sans"/>
              </a:rPr>
              <a:t>4</a:t>
            </a:r>
          </a:p>
        </p:txBody>
      </p:sp>
      <p:sp>
        <p:nvSpPr>
          <p:cNvPr id="20" name="">
            <a:extLst xmlns:a="http://schemas.openxmlformats.org/drawingml/2006/main">
              <a:ext uri="{FF2B5EF4-FFF2-40B4-BE49-F238E27FC236}">
                <a16:creationId xmlns:a16="http://schemas.microsoft.com/office/drawing/2014/main" id="{991DB027-B64D-476B-917B-661938CBA4C2}"/>
              </a:ext>
            </a:extLst>
          </p:cNvPr>
          <p:cNvSpPr>
            <a:spLocks xmlns:a="http://schemas.openxmlformats.org/drawingml/2006/main" noGrp="1"/>
          </p:cNvSpPr>
          <p:nvPr/>
        </p:nvSpPr>
        <p:spPr>
          <a:xfrm xmlns:a="http://schemas.openxmlformats.org/drawingml/2006/main">
            <a:off x="5810250" y="2705100"/>
            <a:ext cx="9525" cy="876300"/>
          </a:xfrm>
          <a:prstGeom xmlns:a="http://schemas.openxmlformats.org/drawingml/2006/main" prst="rect">
            <a:avLst/>
          </a:prstGeom>
          <a:solidFill xmlns:a="http://schemas.openxmlformats.org/drawingml/2006/main">
            <a:srgbClr val="D8D2C5"/>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EE8CFF63-3BE0-4037-975C-F8C992DBB02F}"/>
              </a:ext>
            </a:extLst>
          </p:cNvPr>
          <p:cNvSpPr>
            <a:spLocks xmlns:a="http://schemas.openxmlformats.org/drawingml/2006/main" noGrp="1"/>
          </p:cNvSpPr>
          <p:nvPr/>
        </p:nvSpPr>
        <p:spPr>
          <a:xfrm xmlns:a="http://schemas.openxmlformats.org/drawingml/2006/main">
            <a:off x="5724525" y="3638550"/>
            <a:ext cx="1714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26069"/>
                </a:solidFill>
                <a:latin typeface="Hiragino Sans"/>
                <a:ea typeface="Hiragino Sans"/>
                <a:cs typeface="Hiragino Sans"/>
              </a:defRPr>
            </a:pPr>
            <a:r>
              <a:rPr sz="975" b="0">
                <a:solidFill>
                  <a:srgbClr val="526069"/>
                </a:solidFill>
                <a:latin typeface="Hiragino Sans"/>
                <a:ea typeface="Hiragino Sans"/>
                <a:cs typeface="Hiragino Sans"/>
              </a:rPr>
              <a:t>5</a:t>
            </a:r>
          </a:p>
        </p:txBody>
      </p:sp>
      <p:sp>
        <p:nvSpPr>
          <p:cNvPr id="22" name="">
            <a:extLst xmlns:a="http://schemas.openxmlformats.org/drawingml/2006/main">
              <a:ext uri="{FF2B5EF4-FFF2-40B4-BE49-F238E27FC236}">
                <a16:creationId xmlns:a16="http://schemas.microsoft.com/office/drawing/2014/main" id="{F676C328-F423-4B26-BBED-872A729CB9DE}"/>
              </a:ext>
            </a:extLst>
          </p:cNvPr>
          <p:cNvSpPr>
            <a:spLocks xmlns:a="http://schemas.openxmlformats.org/drawingml/2006/main" noGrp="1"/>
          </p:cNvSpPr>
          <p:nvPr/>
        </p:nvSpPr>
        <p:spPr>
          <a:xfrm xmlns:a="http://schemas.openxmlformats.org/drawingml/2006/main">
            <a:off x="6762750" y="2705100"/>
            <a:ext cx="9525" cy="876300"/>
          </a:xfrm>
          <a:prstGeom xmlns:a="http://schemas.openxmlformats.org/drawingml/2006/main" prst="rect">
            <a:avLst/>
          </a:prstGeom>
          <a:solidFill xmlns:a="http://schemas.openxmlformats.org/drawingml/2006/main">
            <a:srgbClr val="D8D2C5"/>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28D84704-455B-450C-9296-8B648A8FEB55}"/>
              </a:ext>
            </a:extLst>
          </p:cNvPr>
          <p:cNvSpPr>
            <a:spLocks xmlns:a="http://schemas.openxmlformats.org/drawingml/2006/main" noGrp="1"/>
          </p:cNvSpPr>
          <p:nvPr/>
        </p:nvSpPr>
        <p:spPr>
          <a:xfrm xmlns:a="http://schemas.openxmlformats.org/drawingml/2006/main">
            <a:off x="6677025" y="3638550"/>
            <a:ext cx="1714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26069"/>
                </a:solidFill>
                <a:latin typeface="Hiragino Sans"/>
                <a:ea typeface="Hiragino Sans"/>
                <a:cs typeface="Hiragino Sans"/>
              </a:defRPr>
            </a:pPr>
            <a:r>
              <a:rPr sz="975" b="0">
                <a:solidFill>
                  <a:srgbClr val="526069"/>
                </a:solidFill>
                <a:latin typeface="Hiragino Sans"/>
                <a:ea typeface="Hiragino Sans"/>
                <a:cs typeface="Hiragino Sans"/>
              </a:rPr>
              <a:t>6</a:t>
            </a:r>
          </a:p>
        </p:txBody>
      </p:sp>
      <p:sp>
        <p:nvSpPr>
          <p:cNvPr id="24" name="">
            <a:extLst xmlns:a="http://schemas.openxmlformats.org/drawingml/2006/main">
              <a:ext uri="{FF2B5EF4-FFF2-40B4-BE49-F238E27FC236}">
                <a16:creationId xmlns:a16="http://schemas.microsoft.com/office/drawing/2014/main" id="{2374A481-CE97-4BE1-BD81-F11CA0B3129E}"/>
              </a:ext>
            </a:extLst>
          </p:cNvPr>
          <p:cNvSpPr>
            <a:spLocks xmlns:a="http://schemas.openxmlformats.org/drawingml/2006/main" noGrp="1"/>
          </p:cNvSpPr>
          <p:nvPr/>
        </p:nvSpPr>
        <p:spPr>
          <a:xfrm xmlns:a="http://schemas.openxmlformats.org/drawingml/2006/main">
            <a:off x="7715250" y="2705100"/>
            <a:ext cx="9525" cy="876300"/>
          </a:xfrm>
          <a:prstGeom xmlns:a="http://schemas.openxmlformats.org/drawingml/2006/main" prst="rect">
            <a:avLst/>
          </a:prstGeom>
          <a:solidFill xmlns:a="http://schemas.openxmlformats.org/drawingml/2006/main">
            <a:srgbClr val="D8D2C5"/>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01AEBF9C-195C-4AF3-96B1-F2ED59637E6F}"/>
              </a:ext>
            </a:extLst>
          </p:cNvPr>
          <p:cNvSpPr>
            <a:spLocks xmlns:a="http://schemas.openxmlformats.org/drawingml/2006/main" noGrp="1"/>
          </p:cNvSpPr>
          <p:nvPr/>
        </p:nvSpPr>
        <p:spPr>
          <a:xfrm xmlns:a="http://schemas.openxmlformats.org/drawingml/2006/main">
            <a:off x="7629525" y="3638550"/>
            <a:ext cx="1714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26069"/>
                </a:solidFill>
                <a:latin typeface="Hiragino Sans"/>
                <a:ea typeface="Hiragino Sans"/>
                <a:cs typeface="Hiragino Sans"/>
              </a:defRPr>
            </a:pPr>
            <a:r>
              <a:rPr sz="975" b="0">
                <a:solidFill>
                  <a:srgbClr val="526069"/>
                </a:solidFill>
                <a:latin typeface="Hiragino Sans"/>
                <a:ea typeface="Hiragino Sans"/>
                <a:cs typeface="Hiragino Sans"/>
              </a:rPr>
              <a:t>7</a:t>
            </a:r>
          </a:p>
        </p:txBody>
      </p:sp>
      <p:sp>
        <p:nvSpPr>
          <p:cNvPr id="26" name="">
            <a:extLst xmlns:a="http://schemas.openxmlformats.org/drawingml/2006/main">
              <a:ext uri="{FF2B5EF4-FFF2-40B4-BE49-F238E27FC236}">
                <a16:creationId xmlns:a16="http://schemas.microsoft.com/office/drawing/2014/main" id="{CF2329A4-DBD7-40BF-8F82-4067B65D2915}"/>
              </a:ext>
            </a:extLst>
          </p:cNvPr>
          <p:cNvSpPr>
            <a:spLocks xmlns:a="http://schemas.openxmlformats.org/drawingml/2006/main" noGrp="1"/>
          </p:cNvSpPr>
          <p:nvPr/>
        </p:nvSpPr>
        <p:spPr>
          <a:xfrm xmlns:a="http://schemas.openxmlformats.org/drawingml/2006/main">
            <a:off x="8667750" y="2705100"/>
            <a:ext cx="9525" cy="876300"/>
          </a:xfrm>
          <a:prstGeom xmlns:a="http://schemas.openxmlformats.org/drawingml/2006/main" prst="rect">
            <a:avLst/>
          </a:prstGeom>
          <a:solidFill xmlns:a="http://schemas.openxmlformats.org/drawingml/2006/main">
            <a:srgbClr val="D8D2C5"/>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F2AA8328-BD1A-4C05-BFE8-4BE876FD0908}"/>
              </a:ext>
            </a:extLst>
          </p:cNvPr>
          <p:cNvSpPr>
            <a:spLocks xmlns:a="http://schemas.openxmlformats.org/drawingml/2006/main" noGrp="1"/>
          </p:cNvSpPr>
          <p:nvPr/>
        </p:nvSpPr>
        <p:spPr>
          <a:xfrm xmlns:a="http://schemas.openxmlformats.org/drawingml/2006/main">
            <a:off x="8582025" y="3638550"/>
            <a:ext cx="1714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26069"/>
                </a:solidFill>
                <a:latin typeface="Hiragino Sans"/>
                <a:ea typeface="Hiragino Sans"/>
                <a:cs typeface="Hiragino Sans"/>
              </a:defRPr>
            </a:pPr>
            <a:r>
              <a:rPr sz="975" b="0">
                <a:solidFill>
                  <a:srgbClr val="526069"/>
                </a:solidFill>
                <a:latin typeface="Hiragino Sans"/>
                <a:ea typeface="Hiragino Sans"/>
                <a:cs typeface="Hiragino Sans"/>
              </a:rPr>
              <a:t>8</a:t>
            </a:r>
          </a:p>
        </p:txBody>
      </p:sp>
      <p:sp>
        <p:nvSpPr>
          <p:cNvPr id="28" name="">
            <a:extLst xmlns:a="http://schemas.openxmlformats.org/drawingml/2006/main">
              <a:ext uri="{FF2B5EF4-FFF2-40B4-BE49-F238E27FC236}">
                <a16:creationId xmlns:a16="http://schemas.microsoft.com/office/drawing/2014/main" id="{9222B16D-4854-446B-A47B-7931E81C81C7}"/>
              </a:ext>
            </a:extLst>
          </p:cNvPr>
          <p:cNvSpPr>
            <a:spLocks xmlns:a="http://schemas.openxmlformats.org/drawingml/2006/main" noGrp="1"/>
          </p:cNvSpPr>
          <p:nvPr/>
        </p:nvSpPr>
        <p:spPr>
          <a:xfrm xmlns:a="http://schemas.openxmlformats.org/drawingml/2006/main">
            <a:off x="9620250" y="2705100"/>
            <a:ext cx="9525" cy="876300"/>
          </a:xfrm>
          <a:prstGeom xmlns:a="http://schemas.openxmlformats.org/drawingml/2006/main" prst="rect">
            <a:avLst/>
          </a:prstGeom>
          <a:solidFill xmlns:a="http://schemas.openxmlformats.org/drawingml/2006/main">
            <a:srgbClr val="D8D2C5"/>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4D261FF0-EB34-41C5-8EF3-A6162D784D1D}"/>
              </a:ext>
            </a:extLst>
          </p:cNvPr>
          <p:cNvSpPr>
            <a:spLocks xmlns:a="http://schemas.openxmlformats.org/drawingml/2006/main" noGrp="1"/>
          </p:cNvSpPr>
          <p:nvPr/>
        </p:nvSpPr>
        <p:spPr>
          <a:xfrm xmlns:a="http://schemas.openxmlformats.org/drawingml/2006/main">
            <a:off x="9534525" y="3638550"/>
            <a:ext cx="1714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26069"/>
                </a:solidFill>
                <a:latin typeface="Hiragino Sans"/>
                <a:ea typeface="Hiragino Sans"/>
                <a:cs typeface="Hiragino Sans"/>
              </a:defRPr>
            </a:pPr>
            <a:r>
              <a:rPr sz="975" b="0">
                <a:solidFill>
                  <a:srgbClr val="526069"/>
                </a:solidFill>
                <a:latin typeface="Hiragino Sans"/>
                <a:ea typeface="Hiragino Sans"/>
                <a:cs typeface="Hiragino Sans"/>
              </a:rPr>
              <a:t>9</a:t>
            </a:r>
          </a:p>
        </p:txBody>
      </p:sp>
      <p:sp>
        <p:nvSpPr>
          <p:cNvPr id="30" name="">
            <a:extLst xmlns:a="http://schemas.openxmlformats.org/drawingml/2006/main">
              <a:ext uri="{FF2B5EF4-FFF2-40B4-BE49-F238E27FC236}">
                <a16:creationId xmlns:a16="http://schemas.microsoft.com/office/drawing/2014/main" id="{E7D1DBBA-7257-4D2D-8064-CD9C4F4367C2}"/>
              </a:ext>
            </a:extLst>
          </p:cNvPr>
          <p:cNvSpPr>
            <a:spLocks xmlns:a="http://schemas.openxmlformats.org/drawingml/2006/main" noGrp="1"/>
          </p:cNvSpPr>
          <p:nvPr/>
        </p:nvSpPr>
        <p:spPr>
          <a:xfrm xmlns:a="http://schemas.openxmlformats.org/drawingml/2006/main">
            <a:off x="10572750" y="2705100"/>
            <a:ext cx="9525" cy="876300"/>
          </a:xfrm>
          <a:prstGeom xmlns:a="http://schemas.openxmlformats.org/drawingml/2006/main" prst="rect">
            <a:avLst/>
          </a:prstGeom>
          <a:solidFill xmlns:a="http://schemas.openxmlformats.org/drawingml/2006/main">
            <a:srgbClr val="D8D2C5"/>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7FACBACD-DA07-47C1-A6B8-5D1C1481BDA2}"/>
              </a:ext>
            </a:extLst>
          </p:cNvPr>
          <p:cNvSpPr>
            <a:spLocks xmlns:a="http://schemas.openxmlformats.org/drawingml/2006/main" noGrp="1"/>
          </p:cNvSpPr>
          <p:nvPr/>
        </p:nvSpPr>
        <p:spPr>
          <a:xfrm xmlns:a="http://schemas.openxmlformats.org/drawingml/2006/main">
            <a:off x="10487025" y="3638550"/>
            <a:ext cx="1714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26069"/>
                </a:solidFill>
                <a:latin typeface="Hiragino Sans"/>
                <a:ea typeface="Hiragino Sans"/>
                <a:cs typeface="Hiragino Sans"/>
              </a:defRPr>
            </a:pPr>
            <a:r>
              <a:rPr sz="975" b="0">
                <a:solidFill>
                  <a:srgbClr val="526069"/>
                </a:solidFill>
                <a:latin typeface="Hiragino Sans"/>
                <a:ea typeface="Hiragino Sans"/>
                <a:cs typeface="Hiragino Sans"/>
              </a:rPr>
              <a:t>10</a:t>
            </a:r>
          </a:p>
        </p:txBody>
      </p:sp>
      <p:sp>
        <p:nvSpPr>
          <p:cNvPr id="32" name="">
            <a:extLst xmlns:a="http://schemas.openxmlformats.org/drawingml/2006/main">
              <a:ext uri="{FF2B5EF4-FFF2-40B4-BE49-F238E27FC236}">
                <a16:creationId xmlns:a16="http://schemas.microsoft.com/office/drawing/2014/main" id="{9259B6B8-56DD-442E-BA3F-62B5638579BD}"/>
              </a:ext>
            </a:extLst>
          </p:cNvPr>
          <p:cNvSpPr>
            <a:spLocks xmlns:a="http://schemas.openxmlformats.org/drawingml/2006/main" noGrp="1"/>
          </p:cNvSpPr>
          <p:nvPr/>
        </p:nvSpPr>
        <p:spPr>
          <a:xfrm xmlns:a="http://schemas.openxmlformats.org/drawingml/2006/main">
            <a:off x="1543050" y="4476750"/>
            <a:ext cx="77724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5"/>
            </a:solidFill>
            <a:prstDash val="solid"/>
          </a:ln>
        </p:spPr>
      </p:sp>
      <p:sp>
        <p:nvSpPr>
          <p:cNvPr id="33" name="">
            <a:extLst xmlns:a="http://schemas.openxmlformats.org/drawingml/2006/main">
              <a:ext uri="{FF2B5EF4-FFF2-40B4-BE49-F238E27FC236}">
                <a16:creationId xmlns:a16="http://schemas.microsoft.com/office/drawing/2014/main" id="{FB4305FD-851B-4ADB-A511-F315D37BCDFC}"/>
              </a:ext>
            </a:extLst>
          </p:cNvPr>
          <p:cNvSpPr>
            <a:spLocks xmlns:a="http://schemas.openxmlformats.org/drawingml/2006/main" noGrp="1"/>
          </p:cNvSpPr>
          <p:nvPr/>
        </p:nvSpPr>
        <p:spPr>
          <a:xfrm xmlns:a="http://schemas.openxmlformats.org/drawingml/2006/main">
            <a:off x="1752600" y="4667250"/>
            <a:ext cx="73533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B65A3A"/>
                </a:solidFill>
                <a:latin typeface="Hiragino Sans"/>
                <a:ea typeface="Hiragino Sans"/>
                <a:cs typeface="Hiragino Sans"/>
              </a:defRPr>
            </a:pPr>
            <a:r>
              <a:rPr sz="1200" b="1">
                <a:solidFill>
                  <a:srgbClr val="B65A3A"/>
                </a:solidFill>
                <a:latin typeface="Hiragino Sans"/>
                <a:ea typeface="Hiragino Sans"/>
                <a:cs typeface="Hiragino Sans"/>
              </a:rPr>
              <a:t>注意</a:t>
            </a:r>
          </a:p>
        </p:txBody>
      </p:sp>
      <p:sp>
        <p:nvSpPr>
          <p:cNvPr id="34" name="">
            <a:extLst xmlns:a="http://schemas.openxmlformats.org/drawingml/2006/main">
              <a:ext uri="{FF2B5EF4-FFF2-40B4-BE49-F238E27FC236}">
                <a16:creationId xmlns:a16="http://schemas.microsoft.com/office/drawing/2014/main" id="{5A350F6B-181B-467E-BD08-48B1220DF374}"/>
              </a:ext>
            </a:extLst>
          </p:cNvPr>
          <p:cNvSpPr>
            <a:spLocks xmlns:a="http://schemas.openxmlformats.org/drawingml/2006/main" noGrp="1"/>
          </p:cNvSpPr>
          <p:nvPr/>
        </p:nvSpPr>
        <p:spPr>
          <a:xfrm xmlns:a="http://schemas.openxmlformats.org/drawingml/2006/main">
            <a:off x="1752600" y="5029200"/>
            <a:ext cx="73533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72026"/>
                </a:solidFill>
                <a:latin typeface="Hiragino Sans"/>
                <a:ea typeface="Hiragino Sans"/>
                <a:cs typeface="Hiragino Sans"/>
              </a:defRPr>
            </a:pPr>
            <a:r>
              <a:rPr sz="1800" b="1">
                <a:solidFill>
                  <a:srgbClr val="172026"/>
                </a:solidFill>
                <a:latin typeface="Hiragino Sans"/>
                <a:ea typeface="Hiragino Sans"/>
                <a:cs typeface="Hiragino Sans"/>
              </a:rPr>
              <a:t>13-14枚を7分で話すと、1枚あたり約30秒。</a:t>
            </a:r>
          </a:p>
          <a:p xmlns:a="http://schemas.openxmlformats.org/drawingml/2006/main">
            <a:pPr algn="l">
              <a:defRPr sz="1800" b="1">
                <a:solidFill>
                  <a:srgbClr val="172026"/>
                </a:solidFill>
                <a:latin typeface="Hiragino Sans"/>
                <a:ea typeface="Hiragino Sans"/>
                <a:cs typeface="Hiragino Sans"/>
              </a:defRPr>
            </a:pPr>
            <a:r>
              <a:rPr sz="1800" b="1">
                <a:solidFill>
                  <a:srgbClr val="172026"/>
                </a:solidFill>
                <a:latin typeface="Hiragino Sans"/>
                <a:ea typeface="Hiragino Sans"/>
                <a:cs typeface="Hiragino Sans"/>
              </a:rPr>
              <a:t>図表の説明は追いつきにくい。</a:t>
            </a:r>
          </a:p>
        </p:txBody>
      </p:sp>
      <p:sp>
        <p:nvSpPr>
          <p:cNvPr id="35" name="">
            <a:extLst xmlns:a="http://schemas.openxmlformats.org/drawingml/2006/main">
              <a:ext uri="{FF2B5EF4-FFF2-40B4-BE49-F238E27FC236}">
                <a16:creationId xmlns:a16="http://schemas.microsoft.com/office/drawing/2014/main" id="{7B8BEA3F-A601-4773-A0BE-3F735E4D5711}"/>
              </a:ext>
            </a:extLst>
          </p:cNvPr>
          <p:cNvSpPr>
            <a:spLocks xmlns:a="http://schemas.openxmlformats.org/drawingml/2006/main" noGrp="1"/>
          </p:cNvSpPr>
          <p:nvPr/>
        </p:nvSpPr>
        <p:spPr>
          <a:xfrm xmlns:a="http://schemas.openxmlformats.org/drawingml/2006/main">
            <a:off x="609600" y="6324600"/>
            <a:ext cx="9620250" cy="9525"/>
          </a:xfrm>
          <a:prstGeom xmlns:a="http://schemas.openxmlformats.org/drawingml/2006/main" prst="rect">
            <a:avLst/>
          </a:prstGeom>
          <a:solidFill xmlns:a="http://schemas.openxmlformats.org/drawingml/2006/main">
            <a:srgbClr val="D8D2C5"/>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E5FF4829-9635-4BFD-B97C-246F56DBF9BF}"/>
              </a:ext>
            </a:extLst>
          </p:cNvPr>
          <p:cNvSpPr>
            <a:spLocks xmlns:a="http://schemas.openxmlformats.org/drawingml/2006/main" noGrp="1"/>
          </p:cNvSpPr>
          <p:nvPr/>
        </p:nvSpPr>
        <p:spPr>
          <a:xfrm xmlns:a="http://schemas.openxmlformats.org/drawingml/2006/main">
            <a:off x="609600" y="6429375"/>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26069"/>
                </a:solidFill>
                <a:latin typeface="Hiragino Sans"/>
                <a:ea typeface="Hiragino Sans"/>
                <a:cs typeface="Hiragino Sans"/>
              </a:defRPr>
            </a:pPr>
            <a:r>
              <a:rPr sz="750" b="0">
                <a:solidFill>
                  <a:srgbClr val="526069"/>
                </a:solidFill>
                <a:latin typeface="Hiragino Sans"/>
                <a:ea typeface="Hiragino Sans"/>
                <a:cs typeface="Hiragino Sans"/>
              </a:rPr>
              <a:t>鈴木亨「学会発表の基本テクニック」日本義肢装具学会誌 26(1), 2010</a:t>
            </a:r>
          </a:p>
        </p:txBody>
      </p:sp>
      <p:sp>
        <p:nvSpPr>
          <p:cNvPr id="37" name="">
            <a:extLst xmlns:a="http://schemas.openxmlformats.org/drawingml/2006/main">
              <a:ext uri="{FF2B5EF4-FFF2-40B4-BE49-F238E27FC236}">
                <a16:creationId xmlns:a16="http://schemas.microsoft.com/office/drawing/2014/main" id="{D8102022-46A1-41FC-8E2E-3C983E4C6AEE}"/>
              </a:ext>
            </a:extLst>
          </p:cNvPr>
          <p:cNvSpPr>
            <a:spLocks xmlns:a="http://schemas.openxmlformats.org/drawingml/2006/main" noGrp="1"/>
          </p:cNvSpPr>
          <p:nvPr/>
        </p:nvSpPr>
        <p:spPr>
          <a:xfrm xmlns:a="http://schemas.openxmlformats.org/drawingml/2006/main">
            <a:off x="10744200" y="6372225"/>
            <a:ext cx="838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350" b="1">
                <a:solidFill>
                  <a:srgbClr val="006C67"/>
                </a:solidFill>
                <a:latin typeface="Hiragino Sans"/>
                <a:ea typeface="Hiragino Sans"/>
                <a:cs typeface="Hiragino Sans"/>
              </a:defRPr>
            </a:pPr>
            <a:r>
              <a:rPr sz="1350" b="1">
                <a:solidFill>
                  <a:srgbClr val="006C67"/>
                </a:solidFill>
                <a:latin typeface="Hiragino Sans"/>
                <a:ea typeface="Hiragino Sans"/>
                <a:cs typeface="Hiragino Sans"/>
              </a:rPr>
              <a:t>08</a:t>
            </a:r>
          </a:p>
        </p:txBody>
      </p:sp>
    </p:spTree>
    <p:extLst>
      <p:ext uri="{BB962C8B-B14F-4D97-AF65-F5344CB8AC3E}">
        <p14:creationId xmlns:p14="http://schemas.microsoft.com/office/powerpoint/2010/main" val="91243406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0619CCF-051A-4B25-BB05-81D7391ED9A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D"/>
          </a:solidFill>
          <a:ln xmlns:a="http://schemas.openxmlformats.org/drawingml/2006/main" w="0">
            <a:solidFill>
              <a:srgbClr val="000000">
                <a:alpha val="0"/>
              </a:srgbClr>
            </a:solidFill>
            <a:prstDash val="solid"/>
          </a:ln>
        </p:spPr>
      </p:sp>
      <p:sp>
        <p:nvSpPr>
          <p:cNvPr id="2" name="kicker-ANTI-PATTERN-marker">
            <a:extLst xmlns:a="http://schemas.openxmlformats.org/drawingml/2006/main">
              <a:ext uri="{FF2B5EF4-FFF2-40B4-BE49-F238E27FC236}">
                <a16:creationId xmlns:a16="http://schemas.microsoft.com/office/drawing/2014/main" id="{74C46239-D74A-49DF-8231-A16541D80214}"/>
              </a:ext>
            </a:extLst>
          </p:cNvPr>
          <p:cNvSpPr>
            <a:spLocks xmlns:a="http://schemas.openxmlformats.org/drawingml/2006/main" noGrp="1"/>
          </p:cNvSpPr>
          <p:nvPr/>
        </p:nvSpPr>
        <p:spPr>
          <a:xfrm xmlns:a="http://schemas.openxmlformats.org/drawingml/2006/main">
            <a:off x="609600" y="609600"/>
            <a:ext cx="247650" cy="38100"/>
          </a:xfrm>
          <a:prstGeom xmlns:a="http://schemas.openxmlformats.org/drawingml/2006/main" prst="rect">
            <a:avLst/>
          </a:prstGeom>
          <a:solidFill xmlns:a="http://schemas.openxmlformats.org/drawingml/2006/main">
            <a:srgbClr val="006C67"/>
          </a:solidFill>
          <a:ln xmlns:a="http://schemas.openxmlformats.org/drawingml/2006/main" w="0">
            <a:solidFill>
              <a:srgbClr val="006C67"/>
            </a:solidFill>
            <a:prstDash val="solid"/>
          </a:ln>
        </p:spPr>
      </p:sp>
      <p:sp>
        <p:nvSpPr>
          <p:cNvPr id="3" name="kicker-ANTI-PATTERN-label">
            <a:extLst xmlns:a="http://schemas.openxmlformats.org/drawingml/2006/main">
              <a:ext uri="{FF2B5EF4-FFF2-40B4-BE49-F238E27FC236}">
                <a16:creationId xmlns:a16="http://schemas.microsoft.com/office/drawing/2014/main" id="{A2B3100F-0B49-4765-A003-BFC4F5256DAF}"/>
              </a:ext>
            </a:extLst>
          </p:cNvPr>
          <p:cNvSpPr>
            <a:spLocks xmlns:a="http://schemas.openxmlformats.org/drawingml/2006/main" noGrp="1"/>
          </p:cNvSpPr>
          <p:nvPr/>
        </p:nvSpPr>
        <p:spPr>
          <a:xfrm xmlns:a="http://schemas.openxmlformats.org/drawingml/2006/main">
            <a:off x="990600" y="5143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06C67"/>
                </a:solidFill>
                <a:latin typeface="Hiragino Sans"/>
                <a:ea typeface="Hiragino Sans"/>
                <a:cs typeface="Hiragino Sans"/>
              </a:defRPr>
            </a:pPr>
            <a:r>
              <a:rPr sz="1125" b="1">
                <a:solidFill>
                  <a:srgbClr val="006C67"/>
                </a:solidFill>
                <a:latin typeface="Hiragino Sans"/>
                <a:ea typeface="Hiragino Sans"/>
                <a:cs typeface="Hiragino Sans"/>
              </a:rPr>
              <a:t>ANTI-PATTERN</a:t>
            </a:r>
          </a:p>
        </p:txBody>
      </p:sp>
      <p:sp>
        <p:nvSpPr>
          <p:cNvPr id="4" name="">
            <a:extLst xmlns:a="http://schemas.openxmlformats.org/drawingml/2006/main">
              <a:ext uri="{FF2B5EF4-FFF2-40B4-BE49-F238E27FC236}">
                <a16:creationId xmlns:a16="http://schemas.microsoft.com/office/drawing/2014/main" id="{C2875831-E410-4CC2-8673-F57DDE53110E}"/>
              </a:ext>
            </a:extLst>
          </p:cNvPr>
          <p:cNvSpPr>
            <a:spLocks xmlns:a="http://schemas.openxmlformats.org/drawingml/2006/main" noGrp="1"/>
          </p:cNvSpPr>
          <p:nvPr/>
        </p:nvSpPr>
        <p:spPr>
          <a:xfrm xmlns:a="http://schemas.openxmlformats.org/drawingml/2006/main">
            <a:off x="609600" y="876300"/>
            <a:ext cx="93345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72026"/>
                </a:solidFill>
                <a:latin typeface="Hiragino Sans"/>
                <a:ea typeface="Hiragino Sans"/>
                <a:cs typeface="Hiragino Sans"/>
              </a:defRPr>
            </a:pPr>
            <a:r>
              <a:rPr sz="3000" b="1">
                <a:solidFill>
                  <a:srgbClr val="172026"/>
                </a:solidFill>
                <a:latin typeface="Hiragino Sans"/>
                <a:ea typeface="Hiragino Sans"/>
                <a:cs typeface="Hiragino Sans"/>
              </a:rPr>
              <a:t>情報を詰め込むと、聴衆は読むだけで時間を失う。</a:t>
            </a:r>
          </a:p>
        </p:txBody>
      </p:sp>
      <p:sp>
        <p:nvSpPr>
          <p:cNvPr id="5" name="">
            <a:extLst xmlns:a="http://schemas.openxmlformats.org/drawingml/2006/main">
              <a:ext uri="{FF2B5EF4-FFF2-40B4-BE49-F238E27FC236}">
                <a16:creationId xmlns:a16="http://schemas.microsoft.com/office/drawing/2014/main" id="{6F0B93C3-88F9-4E1D-95D7-884749B55113}"/>
              </a:ext>
            </a:extLst>
          </p:cNvPr>
          <p:cNvSpPr>
            <a:spLocks xmlns:a="http://schemas.openxmlformats.org/drawingml/2006/main" noGrp="1"/>
          </p:cNvSpPr>
          <p:nvPr/>
        </p:nvSpPr>
        <p:spPr>
          <a:xfrm xmlns:a="http://schemas.openxmlformats.org/drawingml/2006/main">
            <a:off x="723900" y="2000250"/>
            <a:ext cx="6953250" cy="36195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5"/>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2a6d6c4983e4b21"/>
          <a:stretch xmlns:a="http://schemas.openxmlformats.org/drawingml/2006/main"/>
        </p:blipFill>
        <p:spPr>
          <a:xfrm xmlns:a="http://schemas.openxmlformats.org/drawingml/2006/main">
            <a:off x="1934986" y="2171700"/>
            <a:ext cx="4531078" cy="32194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797289A-ACE4-451C-8337-4C6D9879DD86}"/>
              </a:ext>
            </a:extLst>
          </p:cNvPr>
          <p:cNvSpPr>
            <a:spLocks xmlns:a="http://schemas.openxmlformats.org/drawingml/2006/main" noGrp="1"/>
          </p:cNvSpPr>
          <p:nvPr/>
        </p:nvSpPr>
        <p:spPr>
          <a:xfrm xmlns:a="http://schemas.openxmlformats.org/drawingml/2006/main">
            <a:off x="8058150" y="2152650"/>
            <a:ext cx="2876550" cy="2533650"/>
          </a:xfrm>
          <a:prstGeom xmlns:a="http://schemas.openxmlformats.org/drawingml/2006/main" prst="rect">
            <a:avLst/>
          </a:prstGeom>
          <a:solidFill xmlns:a="http://schemas.openxmlformats.org/drawingml/2006/main">
            <a:srgbClr val="F1E0D8"/>
          </a:solidFill>
          <a:ln xmlns:a="http://schemas.openxmlformats.org/drawingml/2006/main" w="9525">
            <a:solidFill>
              <a:srgbClr val="D8D2C5"/>
            </a:solidFill>
            <a:prstDash val="solid"/>
          </a:ln>
        </p:spPr>
      </p:sp>
      <p:sp>
        <p:nvSpPr>
          <p:cNvPr id="8" name="">
            <a:extLst xmlns:a="http://schemas.openxmlformats.org/drawingml/2006/main">
              <a:ext uri="{FF2B5EF4-FFF2-40B4-BE49-F238E27FC236}">
                <a16:creationId xmlns:a16="http://schemas.microsoft.com/office/drawing/2014/main" id="{BB3C6714-AC31-478B-9562-F6F640CCC2FD}"/>
              </a:ext>
            </a:extLst>
          </p:cNvPr>
          <p:cNvSpPr>
            <a:spLocks xmlns:a="http://schemas.openxmlformats.org/drawingml/2006/main" noGrp="1"/>
          </p:cNvSpPr>
          <p:nvPr/>
        </p:nvSpPr>
        <p:spPr>
          <a:xfrm xmlns:a="http://schemas.openxmlformats.org/drawingml/2006/main">
            <a:off x="8267700" y="2343150"/>
            <a:ext cx="2457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B65A3A"/>
                </a:solidFill>
                <a:latin typeface="Hiragino Sans"/>
                <a:ea typeface="Hiragino Sans"/>
                <a:cs typeface="Hiragino Sans"/>
              </a:defRPr>
            </a:pPr>
            <a:r>
              <a:rPr sz="1200" b="1">
                <a:solidFill>
                  <a:srgbClr val="B65A3A"/>
                </a:solidFill>
                <a:latin typeface="Hiragino Sans"/>
                <a:ea typeface="Hiragino Sans"/>
                <a:cs typeface="Hiragino Sans"/>
              </a:rPr>
              <a:t>どこが厳しいか</a:t>
            </a:r>
          </a:p>
        </p:txBody>
      </p:sp>
      <p:sp>
        <p:nvSpPr>
          <p:cNvPr id="9" name="">
            <a:extLst xmlns:a="http://schemas.openxmlformats.org/drawingml/2006/main">
              <a:ext uri="{FF2B5EF4-FFF2-40B4-BE49-F238E27FC236}">
                <a16:creationId xmlns:a16="http://schemas.microsoft.com/office/drawing/2014/main" id="{2120806B-0ACB-4529-A9AB-501A115725C7}"/>
              </a:ext>
            </a:extLst>
          </p:cNvPr>
          <p:cNvSpPr>
            <a:spLocks xmlns:a="http://schemas.openxmlformats.org/drawingml/2006/main" noGrp="1"/>
          </p:cNvSpPr>
          <p:nvPr/>
        </p:nvSpPr>
        <p:spPr>
          <a:xfrm xmlns:a="http://schemas.openxmlformats.org/drawingml/2006/main">
            <a:off x="8267700" y="2705100"/>
            <a:ext cx="2457450" cy="1866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72026"/>
                </a:solidFill>
                <a:latin typeface="Hiragino Sans"/>
                <a:ea typeface="Hiragino Sans"/>
                <a:cs typeface="Hiragino Sans"/>
              </a:defRPr>
            </a:pPr>
            <a:r>
              <a:rPr sz="1650" b="0">
                <a:solidFill>
                  <a:srgbClr val="172026"/>
                </a:solidFill>
                <a:latin typeface="Hiragino Sans"/>
                <a:ea typeface="Hiragino Sans"/>
                <a:cs typeface="Hiragino Sans"/>
              </a:rPr>
              <a:t>・グラフが2つある</a:t>
            </a:r>
          </a:p>
          <a:p xmlns:a="http://schemas.openxmlformats.org/drawingml/2006/main">
            <a:pPr algn="l">
              <a:defRPr sz="1650" b="0">
                <a:solidFill>
                  <a:srgbClr val="172026"/>
                </a:solidFill>
                <a:latin typeface="Hiragino Sans"/>
                <a:ea typeface="Hiragino Sans"/>
                <a:cs typeface="Hiragino Sans"/>
              </a:defRPr>
            </a:pPr>
            <a:r>
              <a:rPr sz="1650" b="0">
                <a:solidFill>
                  <a:srgbClr val="172026"/>
                </a:solidFill>
                <a:latin typeface="Hiragino Sans"/>
                <a:ea typeface="Hiragino Sans"/>
                <a:cs typeface="Hiragino Sans"/>
              </a:rPr>
              <a:t>・文字とラベルが小さい</a:t>
            </a:r>
          </a:p>
          <a:p xmlns:a="http://schemas.openxmlformats.org/drawingml/2006/main">
            <a:pPr algn="l">
              <a:defRPr sz="1650" b="0">
                <a:solidFill>
                  <a:srgbClr val="172026"/>
                </a:solidFill>
                <a:latin typeface="Hiragino Sans"/>
                <a:ea typeface="Hiragino Sans"/>
                <a:cs typeface="Hiragino Sans"/>
              </a:defRPr>
            </a:pPr>
            <a:r>
              <a:rPr sz="1650" b="0">
                <a:solidFill>
                  <a:srgbClr val="172026"/>
                </a:solidFill>
                <a:latin typeface="Hiragino Sans"/>
                <a:ea typeface="Hiragino Sans"/>
                <a:cs typeface="Hiragino Sans"/>
              </a:rPr>
              <a:t>・説明対象が多くなる</a:t>
            </a:r>
          </a:p>
          <a:p xmlns:a="http://schemas.openxmlformats.org/drawingml/2006/main">
            <a:pPr algn="l">
              <a:defRPr sz="1650" b="0">
                <a:solidFill>
                  <a:srgbClr val="172026"/>
                </a:solidFill>
                <a:latin typeface="Hiragino Sans"/>
                <a:ea typeface="Hiragino Sans"/>
                <a:cs typeface="Hiragino Sans"/>
              </a:defRPr>
            </a:pPr>
            <a:r>
              <a:rPr sz="1650" b="0">
                <a:solidFill>
                  <a:srgbClr val="172026"/>
                </a:solidFill>
                <a:latin typeface="Hiragino Sans"/>
                <a:ea typeface="Hiragino Sans"/>
                <a:cs typeface="Hiragino Sans"/>
              </a:rPr>
              <a:t>・1分では読み切れない</a:t>
            </a:r>
          </a:p>
        </p:txBody>
      </p:sp>
      <p:sp>
        <p:nvSpPr>
          <p:cNvPr id="10" name="">
            <a:extLst xmlns:a="http://schemas.openxmlformats.org/drawingml/2006/main">
              <a:ext uri="{FF2B5EF4-FFF2-40B4-BE49-F238E27FC236}">
                <a16:creationId xmlns:a16="http://schemas.microsoft.com/office/drawing/2014/main" id="{58549F90-DB8A-4931-9324-CC7B39514EB1}"/>
              </a:ext>
            </a:extLst>
          </p:cNvPr>
          <p:cNvSpPr>
            <a:spLocks xmlns:a="http://schemas.openxmlformats.org/drawingml/2006/main" noGrp="1"/>
          </p:cNvSpPr>
          <p:nvPr/>
        </p:nvSpPr>
        <p:spPr>
          <a:xfrm xmlns:a="http://schemas.openxmlformats.org/drawingml/2006/main">
            <a:off x="8077200" y="4781550"/>
            <a:ext cx="28575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26069"/>
                </a:solidFill>
                <a:latin typeface="Hiragino Sans"/>
                <a:ea typeface="Hiragino Sans"/>
                <a:cs typeface="Hiragino Sans"/>
              </a:defRPr>
            </a:pPr>
            <a:r>
              <a:rPr sz="1350" b="0">
                <a:solidFill>
                  <a:srgbClr val="526069"/>
                </a:solidFill>
                <a:latin typeface="Hiragino Sans"/>
                <a:ea typeface="Hiragino Sans"/>
                <a:cs typeface="Hiragino Sans"/>
              </a:rPr>
              <a:t>論文中の悪いスライド例を引用。</a:t>
            </a:r>
          </a:p>
          <a:p xmlns:a="http://schemas.openxmlformats.org/drawingml/2006/main">
            <a:pPr algn="l">
              <a:defRPr sz="1350" b="0">
                <a:solidFill>
                  <a:srgbClr val="526069"/>
                </a:solidFill>
                <a:latin typeface="Hiragino Sans"/>
                <a:ea typeface="Hiragino Sans"/>
                <a:cs typeface="Hiragino Sans"/>
              </a:defRPr>
            </a:pPr>
            <a:r>
              <a:rPr sz="1350" b="0">
                <a:solidFill>
                  <a:srgbClr val="526069"/>
                </a:solidFill>
                <a:latin typeface="Hiragino Sans"/>
                <a:ea typeface="Hiragino Sans"/>
                <a:cs typeface="Hiragino Sans"/>
              </a:rPr>
              <a:t>図の中身ではなく、</a:t>
            </a:r>
          </a:p>
          <a:p xmlns:a="http://schemas.openxmlformats.org/drawingml/2006/main">
            <a:pPr algn="l">
              <a:defRPr sz="1350" b="0">
                <a:solidFill>
                  <a:srgbClr val="526069"/>
                </a:solidFill>
                <a:latin typeface="Hiragino Sans"/>
                <a:ea typeface="Hiragino Sans"/>
                <a:cs typeface="Hiragino Sans"/>
              </a:defRPr>
            </a:pPr>
            <a:r>
              <a:rPr sz="1350" b="0">
                <a:solidFill>
                  <a:srgbClr val="526069"/>
                </a:solidFill>
                <a:latin typeface="Hiragino Sans"/>
                <a:ea typeface="Hiragino Sans"/>
                <a:cs typeface="Hiragino Sans"/>
              </a:rPr>
              <a:t>情報量の問題を示している。</a:t>
            </a:r>
          </a:p>
        </p:txBody>
      </p:sp>
      <p:sp>
        <p:nvSpPr>
          <p:cNvPr id="11" name="">
            <a:extLst xmlns:a="http://schemas.openxmlformats.org/drawingml/2006/main">
              <a:ext uri="{FF2B5EF4-FFF2-40B4-BE49-F238E27FC236}">
                <a16:creationId xmlns:a16="http://schemas.microsoft.com/office/drawing/2014/main" id="{3AD41740-24BA-42E2-A836-B45067C8E030}"/>
              </a:ext>
            </a:extLst>
          </p:cNvPr>
          <p:cNvSpPr>
            <a:spLocks xmlns:a="http://schemas.openxmlformats.org/drawingml/2006/main" noGrp="1"/>
          </p:cNvSpPr>
          <p:nvPr/>
        </p:nvSpPr>
        <p:spPr>
          <a:xfrm xmlns:a="http://schemas.openxmlformats.org/drawingml/2006/main">
            <a:off x="609600" y="6324600"/>
            <a:ext cx="9620250" cy="9525"/>
          </a:xfrm>
          <a:prstGeom xmlns:a="http://schemas.openxmlformats.org/drawingml/2006/main" prst="rect">
            <a:avLst/>
          </a:prstGeom>
          <a:solidFill xmlns:a="http://schemas.openxmlformats.org/drawingml/2006/main">
            <a:srgbClr val="D8D2C5"/>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F46313B0-94E8-4015-B724-1BF60B724F2C}"/>
              </a:ext>
            </a:extLst>
          </p:cNvPr>
          <p:cNvSpPr>
            <a:spLocks xmlns:a="http://schemas.openxmlformats.org/drawingml/2006/main" noGrp="1"/>
          </p:cNvSpPr>
          <p:nvPr/>
        </p:nvSpPr>
        <p:spPr>
          <a:xfrm xmlns:a="http://schemas.openxmlformats.org/drawingml/2006/main">
            <a:off x="609600" y="6429375"/>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26069"/>
                </a:solidFill>
                <a:latin typeface="Hiragino Sans"/>
                <a:ea typeface="Hiragino Sans"/>
                <a:cs typeface="Hiragino Sans"/>
              </a:defRPr>
            </a:pPr>
            <a:r>
              <a:rPr sz="750" b="0">
                <a:solidFill>
                  <a:srgbClr val="526069"/>
                </a:solidFill>
                <a:latin typeface="Hiragino Sans"/>
                <a:ea typeface="Hiragino Sans"/>
                <a:cs typeface="Hiragino Sans"/>
              </a:rPr>
              <a:t>引用図: 鈴木亨 2010, 図1</a:t>
            </a:r>
          </a:p>
        </p:txBody>
      </p:sp>
      <p:sp>
        <p:nvSpPr>
          <p:cNvPr id="13" name="">
            <a:extLst xmlns:a="http://schemas.openxmlformats.org/drawingml/2006/main">
              <a:ext uri="{FF2B5EF4-FFF2-40B4-BE49-F238E27FC236}">
                <a16:creationId xmlns:a16="http://schemas.microsoft.com/office/drawing/2014/main" id="{03189458-0BD8-41E5-9D4F-45E4F119ADCF}"/>
              </a:ext>
            </a:extLst>
          </p:cNvPr>
          <p:cNvSpPr>
            <a:spLocks xmlns:a="http://schemas.openxmlformats.org/drawingml/2006/main" noGrp="1"/>
          </p:cNvSpPr>
          <p:nvPr/>
        </p:nvSpPr>
        <p:spPr>
          <a:xfrm xmlns:a="http://schemas.openxmlformats.org/drawingml/2006/main">
            <a:off x="10744200" y="6372225"/>
            <a:ext cx="838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350" b="1">
                <a:solidFill>
                  <a:srgbClr val="006C67"/>
                </a:solidFill>
                <a:latin typeface="Hiragino Sans"/>
                <a:ea typeface="Hiragino Sans"/>
                <a:cs typeface="Hiragino Sans"/>
              </a:defRPr>
            </a:pPr>
            <a:r>
              <a:rPr sz="1350" b="1">
                <a:solidFill>
                  <a:srgbClr val="006C67"/>
                </a:solidFill>
                <a:latin typeface="Hiragino Sans"/>
                <a:ea typeface="Hiragino Sans"/>
                <a:cs typeface="Hiragino Sans"/>
              </a:rPr>
              <a:t>09</a:t>
            </a:r>
          </a:p>
        </p:txBody>
      </p:sp>
    </p:spTree>
    <p:extLst>
      <p:ext uri="{BB962C8B-B14F-4D97-AF65-F5344CB8AC3E}">
        <p14:creationId xmlns:p14="http://schemas.microsoft.com/office/powerpoint/2010/main" val="176148339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8441642-58E2-43BE-8F7F-710DA87CD4C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D"/>
          </a:solidFill>
          <a:ln xmlns:a="http://schemas.openxmlformats.org/drawingml/2006/main" w="0">
            <a:solidFill>
              <a:srgbClr val="000000">
                <a:alpha val="0"/>
              </a:srgbClr>
            </a:solidFill>
            <a:prstDash val="solid"/>
          </a:ln>
        </p:spPr>
      </p:sp>
      <p:sp>
        <p:nvSpPr>
          <p:cNvPr id="2" name="kicker-REVISION-marker">
            <a:extLst xmlns:a="http://schemas.openxmlformats.org/drawingml/2006/main">
              <a:ext uri="{FF2B5EF4-FFF2-40B4-BE49-F238E27FC236}">
                <a16:creationId xmlns:a16="http://schemas.microsoft.com/office/drawing/2014/main" id="{CFC33D87-6FF5-46A7-AAE4-06AAACC26B8D}"/>
              </a:ext>
            </a:extLst>
          </p:cNvPr>
          <p:cNvSpPr>
            <a:spLocks xmlns:a="http://schemas.openxmlformats.org/drawingml/2006/main" noGrp="1"/>
          </p:cNvSpPr>
          <p:nvPr/>
        </p:nvSpPr>
        <p:spPr>
          <a:xfrm xmlns:a="http://schemas.openxmlformats.org/drawingml/2006/main">
            <a:off x="609600" y="609600"/>
            <a:ext cx="247650" cy="38100"/>
          </a:xfrm>
          <a:prstGeom xmlns:a="http://schemas.openxmlformats.org/drawingml/2006/main" prst="rect">
            <a:avLst/>
          </a:prstGeom>
          <a:solidFill xmlns:a="http://schemas.openxmlformats.org/drawingml/2006/main">
            <a:srgbClr val="006C67"/>
          </a:solidFill>
          <a:ln xmlns:a="http://schemas.openxmlformats.org/drawingml/2006/main" w="0">
            <a:solidFill>
              <a:srgbClr val="006C67"/>
            </a:solidFill>
            <a:prstDash val="solid"/>
          </a:ln>
        </p:spPr>
      </p:sp>
      <p:sp>
        <p:nvSpPr>
          <p:cNvPr id="3" name="kicker-REVISION-label">
            <a:extLst xmlns:a="http://schemas.openxmlformats.org/drawingml/2006/main">
              <a:ext uri="{FF2B5EF4-FFF2-40B4-BE49-F238E27FC236}">
                <a16:creationId xmlns:a16="http://schemas.microsoft.com/office/drawing/2014/main" id="{92F21FD9-D746-4DA9-A073-969C6759E141}"/>
              </a:ext>
            </a:extLst>
          </p:cNvPr>
          <p:cNvSpPr>
            <a:spLocks xmlns:a="http://schemas.openxmlformats.org/drawingml/2006/main" noGrp="1"/>
          </p:cNvSpPr>
          <p:nvPr/>
        </p:nvSpPr>
        <p:spPr>
          <a:xfrm xmlns:a="http://schemas.openxmlformats.org/drawingml/2006/main">
            <a:off x="990600" y="5143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06C67"/>
                </a:solidFill>
                <a:latin typeface="Hiragino Sans"/>
                <a:ea typeface="Hiragino Sans"/>
                <a:cs typeface="Hiragino Sans"/>
              </a:defRPr>
            </a:pPr>
            <a:r>
              <a:rPr sz="1125" b="1">
                <a:solidFill>
                  <a:srgbClr val="006C67"/>
                </a:solidFill>
                <a:latin typeface="Hiragino Sans"/>
                <a:ea typeface="Hiragino Sans"/>
                <a:cs typeface="Hiragino Sans"/>
              </a:rPr>
              <a:t>REVISION</a:t>
            </a:r>
          </a:p>
        </p:txBody>
      </p:sp>
      <p:sp>
        <p:nvSpPr>
          <p:cNvPr id="4" name="">
            <a:extLst xmlns:a="http://schemas.openxmlformats.org/drawingml/2006/main">
              <a:ext uri="{FF2B5EF4-FFF2-40B4-BE49-F238E27FC236}">
                <a16:creationId xmlns:a16="http://schemas.microsoft.com/office/drawing/2014/main" id="{41CDFD6E-65DC-4C35-9EB4-B04A24FD2300}"/>
              </a:ext>
            </a:extLst>
          </p:cNvPr>
          <p:cNvSpPr>
            <a:spLocks xmlns:a="http://schemas.openxmlformats.org/drawingml/2006/main" noGrp="1"/>
          </p:cNvSpPr>
          <p:nvPr/>
        </p:nvSpPr>
        <p:spPr>
          <a:xfrm xmlns:a="http://schemas.openxmlformats.org/drawingml/2006/main">
            <a:off x="609600" y="876300"/>
            <a:ext cx="885825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72026"/>
                </a:solidFill>
                <a:latin typeface="Hiragino Sans"/>
                <a:ea typeface="Hiragino Sans"/>
                <a:cs typeface="Hiragino Sans"/>
              </a:defRPr>
            </a:pPr>
            <a:r>
              <a:rPr sz="3000" b="1">
                <a:solidFill>
                  <a:srgbClr val="172026"/>
                </a:solidFill>
                <a:latin typeface="Hiragino Sans"/>
                <a:ea typeface="Hiragino Sans"/>
                <a:cs typeface="Hiragino Sans"/>
              </a:rPr>
              <a:t>図表を分けると、説明する対象が明確になる。</a:t>
            </a:r>
          </a:p>
        </p:txBody>
      </p:sp>
      <p:sp>
        <p:nvSpPr>
          <p:cNvPr id="5" name="">
            <a:extLst xmlns:a="http://schemas.openxmlformats.org/drawingml/2006/main">
              <a:ext uri="{FF2B5EF4-FFF2-40B4-BE49-F238E27FC236}">
                <a16:creationId xmlns:a16="http://schemas.microsoft.com/office/drawing/2014/main" id="{FF987714-9BF0-48D0-9826-E5AE212E4303}"/>
              </a:ext>
            </a:extLst>
          </p:cNvPr>
          <p:cNvSpPr>
            <a:spLocks xmlns:a="http://schemas.openxmlformats.org/drawingml/2006/main" noGrp="1"/>
          </p:cNvSpPr>
          <p:nvPr/>
        </p:nvSpPr>
        <p:spPr>
          <a:xfrm xmlns:a="http://schemas.openxmlformats.org/drawingml/2006/main">
            <a:off x="914400" y="2076450"/>
            <a:ext cx="6572250" cy="33909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5"/>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c4cb0048d7e4522"/>
          <a:stretch xmlns:a="http://schemas.openxmlformats.org/drawingml/2006/main"/>
        </p:blipFill>
        <p:spPr>
          <a:xfrm xmlns:a="http://schemas.openxmlformats.org/drawingml/2006/main">
            <a:off x="2123647" y="2381250"/>
            <a:ext cx="4134706" cy="26098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9306145-3CF0-46CC-8F0E-EEDAB981E704}"/>
              </a:ext>
            </a:extLst>
          </p:cNvPr>
          <p:cNvSpPr>
            <a:spLocks xmlns:a="http://schemas.openxmlformats.org/drawingml/2006/main" noGrp="1"/>
          </p:cNvSpPr>
          <p:nvPr/>
        </p:nvSpPr>
        <p:spPr>
          <a:xfrm xmlns:a="http://schemas.openxmlformats.org/drawingml/2006/main">
            <a:off x="8058150" y="2247900"/>
            <a:ext cx="2762250" cy="1943100"/>
          </a:xfrm>
          <a:prstGeom xmlns:a="http://schemas.openxmlformats.org/drawingml/2006/main" prst="rect">
            <a:avLst/>
          </a:prstGeom>
          <a:solidFill xmlns:a="http://schemas.openxmlformats.org/drawingml/2006/main">
            <a:srgbClr val="DCEDEA"/>
          </a:solidFill>
          <a:ln xmlns:a="http://schemas.openxmlformats.org/drawingml/2006/main" w="9525">
            <a:solidFill>
              <a:srgbClr val="D8D2C5"/>
            </a:solidFill>
            <a:prstDash val="solid"/>
          </a:ln>
        </p:spPr>
      </p:sp>
      <p:sp>
        <p:nvSpPr>
          <p:cNvPr id="8" name="">
            <a:extLst xmlns:a="http://schemas.openxmlformats.org/drawingml/2006/main">
              <a:ext uri="{FF2B5EF4-FFF2-40B4-BE49-F238E27FC236}">
                <a16:creationId xmlns:a16="http://schemas.microsoft.com/office/drawing/2014/main" id="{19E427BF-F4BF-4007-AC14-586469E6765D}"/>
              </a:ext>
            </a:extLst>
          </p:cNvPr>
          <p:cNvSpPr>
            <a:spLocks xmlns:a="http://schemas.openxmlformats.org/drawingml/2006/main" noGrp="1"/>
          </p:cNvSpPr>
          <p:nvPr/>
        </p:nvSpPr>
        <p:spPr>
          <a:xfrm xmlns:a="http://schemas.openxmlformats.org/drawingml/2006/main">
            <a:off x="8267700" y="2438400"/>
            <a:ext cx="23431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06C67"/>
                </a:solidFill>
                <a:latin typeface="Hiragino Sans"/>
                <a:ea typeface="Hiragino Sans"/>
                <a:cs typeface="Hiragino Sans"/>
              </a:defRPr>
            </a:pPr>
            <a:r>
              <a:rPr sz="1200" b="1">
                <a:solidFill>
                  <a:srgbClr val="006C67"/>
                </a:solidFill>
                <a:latin typeface="Hiragino Sans"/>
                <a:ea typeface="Hiragino Sans"/>
                <a:cs typeface="Hiragino Sans"/>
              </a:rPr>
              <a:t>改善の方向</a:t>
            </a:r>
          </a:p>
        </p:txBody>
      </p:sp>
      <p:sp>
        <p:nvSpPr>
          <p:cNvPr id="9" name="">
            <a:extLst xmlns:a="http://schemas.openxmlformats.org/drawingml/2006/main">
              <a:ext uri="{FF2B5EF4-FFF2-40B4-BE49-F238E27FC236}">
                <a16:creationId xmlns:a16="http://schemas.microsoft.com/office/drawing/2014/main" id="{5706282D-C8EB-468A-8CAF-987D70EF743C}"/>
              </a:ext>
            </a:extLst>
          </p:cNvPr>
          <p:cNvSpPr>
            <a:spLocks xmlns:a="http://schemas.openxmlformats.org/drawingml/2006/main" noGrp="1"/>
          </p:cNvSpPr>
          <p:nvPr/>
        </p:nvSpPr>
        <p:spPr>
          <a:xfrm xmlns:a="http://schemas.openxmlformats.org/drawingml/2006/main">
            <a:off x="8267700" y="2800350"/>
            <a:ext cx="2343150" cy="1276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72026"/>
                </a:solidFill>
                <a:latin typeface="Hiragino Sans"/>
                <a:ea typeface="Hiragino Sans"/>
                <a:cs typeface="Hiragino Sans"/>
              </a:defRPr>
            </a:pPr>
            <a:r>
              <a:rPr sz="1800" b="1">
                <a:solidFill>
                  <a:srgbClr val="172026"/>
                </a:solidFill>
                <a:latin typeface="Hiragino Sans"/>
                <a:ea typeface="Hiragino Sans"/>
                <a:cs typeface="Hiragino Sans"/>
              </a:rPr>
              <a:t>1枚に1つの図表</a:t>
            </a:r>
          </a:p>
          <a:p xmlns:a="http://schemas.openxmlformats.org/drawingml/2006/main">
            <a:pPr algn="l">
              <a:defRPr sz="1800" b="1">
                <a:solidFill>
                  <a:srgbClr val="172026"/>
                </a:solidFill>
                <a:latin typeface="Hiragino Sans"/>
                <a:ea typeface="Hiragino Sans"/>
                <a:cs typeface="Hiragino Sans"/>
              </a:defRPr>
            </a:pPr>
            <a:r>
              <a:rPr sz="1800" b="1">
                <a:solidFill>
                  <a:srgbClr val="172026"/>
                </a:solidFill>
                <a:latin typeface="Hiragino Sans"/>
                <a:ea typeface="Hiragino Sans"/>
                <a:cs typeface="Hiragino Sans"/>
              </a:rPr>
              <a:t>文字を大きくする</a:t>
            </a:r>
          </a:p>
          <a:p xmlns:a="http://schemas.openxmlformats.org/drawingml/2006/main">
            <a:pPr algn="l">
              <a:defRPr sz="1800" b="1">
                <a:solidFill>
                  <a:srgbClr val="172026"/>
                </a:solidFill>
                <a:latin typeface="Hiragino Sans"/>
                <a:ea typeface="Hiragino Sans"/>
                <a:cs typeface="Hiragino Sans"/>
              </a:defRPr>
            </a:pPr>
            <a:r>
              <a:rPr sz="1800" b="1">
                <a:solidFill>
                  <a:srgbClr val="172026"/>
                </a:solidFill>
                <a:latin typeface="Hiragino Sans"/>
                <a:ea typeface="Hiragino Sans"/>
                <a:cs typeface="Hiragino Sans"/>
              </a:rPr>
              <a:t>論点を先に決める</a:t>
            </a:r>
          </a:p>
        </p:txBody>
      </p:sp>
      <p:sp>
        <p:nvSpPr>
          <p:cNvPr id="10" name="">
            <a:extLst xmlns:a="http://schemas.openxmlformats.org/drawingml/2006/main">
              <a:ext uri="{FF2B5EF4-FFF2-40B4-BE49-F238E27FC236}">
                <a16:creationId xmlns:a16="http://schemas.microsoft.com/office/drawing/2014/main" id="{D049B66E-3F5D-4BB6-9CE6-DFFE7192DCA7}"/>
              </a:ext>
            </a:extLst>
          </p:cNvPr>
          <p:cNvSpPr>
            <a:spLocks xmlns:a="http://schemas.openxmlformats.org/drawingml/2006/main" noGrp="1"/>
          </p:cNvSpPr>
          <p:nvPr/>
        </p:nvSpPr>
        <p:spPr>
          <a:xfrm xmlns:a="http://schemas.openxmlformats.org/drawingml/2006/main">
            <a:off x="8058150" y="4476750"/>
            <a:ext cx="27622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8D2C5"/>
            </a:solidFill>
            <a:prstDash val="solid"/>
          </a:ln>
        </p:spPr>
      </p:sp>
      <p:sp>
        <p:nvSpPr>
          <p:cNvPr id="11" name="">
            <a:extLst xmlns:a="http://schemas.openxmlformats.org/drawingml/2006/main">
              <a:ext uri="{FF2B5EF4-FFF2-40B4-BE49-F238E27FC236}">
                <a16:creationId xmlns:a16="http://schemas.microsoft.com/office/drawing/2014/main" id="{911433B5-ED91-4784-AAC7-460B2F43C9D1}"/>
              </a:ext>
            </a:extLst>
          </p:cNvPr>
          <p:cNvSpPr>
            <a:spLocks xmlns:a="http://schemas.openxmlformats.org/drawingml/2006/main" noGrp="1"/>
          </p:cNvSpPr>
          <p:nvPr/>
        </p:nvSpPr>
        <p:spPr>
          <a:xfrm xmlns:a="http://schemas.openxmlformats.org/drawingml/2006/main">
            <a:off x="8248650" y="4610100"/>
            <a:ext cx="23812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172026"/>
                </a:solidFill>
                <a:latin typeface="Hiragino Sans"/>
                <a:ea typeface="Hiragino Sans"/>
                <a:cs typeface="Hiragino Sans"/>
              </a:defRPr>
            </a:pPr>
            <a:r>
              <a:rPr sz="1425" b="1">
                <a:solidFill>
                  <a:srgbClr val="172026"/>
                </a:solidFill>
                <a:latin typeface="Hiragino Sans"/>
                <a:ea typeface="Hiragino Sans"/>
                <a:cs typeface="Hiragino Sans"/>
              </a:rPr>
              <a:t>スライドと論文図表は別物。発表用には削る判断が必要。</a:t>
            </a:r>
          </a:p>
        </p:txBody>
      </p:sp>
      <p:sp>
        <p:nvSpPr>
          <p:cNvPr id="12" name="">
            <a:extLst xmlns:a="http://schemas.openxmlformats.org/drawingml/2006/main">
              <a:ext uri="{FF2B5EF4-FFF2-40B4-BE49-F238E27FC236}">
                <a16:creationId xmlns:a16="http://schemas.microsoft.com/office/drawing/2014/main" id="{9AA07747-5DAF-4F08-B991-972A98A4C385}"/>
              </a:ext>
            </a:extLst>
          </p:cNvPr>
          <p:cNvSpPr>
            <a:spLocks xmlns:a="http://schemas.openxmlformats.org/drawingml/2006/main" noGrp="1"/>
          </p:cNvSpPr>
          <p:nvPr/>
        </p:nvSpPr>
        <p:spPr>
          <a:xfrm xmlns:a="http://schemas.openxmlformats.org/drawingml/2006/main">
            <a:off x="609600" y="6324600"/>
            <a:ext cx="9620250" cy="9525"/>
          </a:xfrm>
          <a:prstGeom xmlns:a="http://schemas.openxmlformats.org/drawingml/2006/main" prst="rect">
            <a:avLst/>
          </a:prstGeom>
          <a:solidFill xmlns:a="http://schemas.openxmlformats.org/drawingml/2006/main">
            <a:srgbClr val="D8D2C5"/>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12C8B3A5-F205-4E34-AD9C-8A593AB0BB29}"/>
              </a:ext>
            </a:extLst>
          </p:cNvPr>
          <p:cNvSpPr>
            <a:spLocks xmlns:a="http://schemas.openxmlformats.org/drawingml/2006/main" noGrp="1"/>
          </p:cNvSpPr>
          <p:nvPr/>
        </p:nvSpPr>
        <p:spPr>
          <a:xfrm xmlns:a="http://schemas.openxmlformats.org/drawingml/2006/main">
            <a:off x="609600" y="6429375"/>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26069"/>
                </a:solidFill>
                <a:latin typeface="Hiragino Sans"/>
                <a:ea typeface="Hiragino Sans"/>
                <a:cs typeface="Hiragino Sans"/>
              </a:defRPr>
            </a:pPr>
            <a:r>
              <a:rPr sz="750" b="0">
                <a:solidFill>
                  <a:srgbClr val="526069"/>
                </a:solidFill>
                <a:latin typeface="Hiragino Sans"/>
                <a:ea typeface="Hiragino Sans"/>
                <a:cs typeface="Hiragino Sans"/>
              </a:rPr>
              <a:t>引用図: 鈴木亨 2010, 図2</a:t>
            </a:r>
          </a:p>
        </p:txBody>
      </p:sp>
      <p:sp>
        <p:nvSpPr>
          <p:cNvPr id="14" name="">
            <a:extLst xmlns:a="http://schemas.openxmlformats.org/drawingml/2006/main">
              <a:ext uri="{FF2B5EF4-FFF2-40B4-BE49-F238E27FC236}">
                <a16:creationId xmlns:a16="http://schemas.microsoft.com/office/drawing/2014/main" id="{404F7617-2B65-4F1B-9F13-2ED2A4445C43}"/>
              </a:ext>
            </a:extLst>
          </p:cNvPr>
          <p:cNvSpPr>
            <a:spLocks xmlns:a="http://schemas.openxmlformats.org/drawingml/2006/main" noGrp="1"/>
          </p:cNvSpPr>
          <p:nvPr/>
        </p:nvSpPr>
        <p:spPr>
          <a:xfrm xmlns:a="http://schemas.openxmlformats.org/drawingml/2006/main">
            <a:off x="10744200" y="6372225"/>
            <a:ext cx="838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350" b="1">
                <a:solidFill>
                  <a:srgbClr val="006C67"/>
                </a:solidFill>
                <a:latin typeface="Hiragino Sans"/>
                <a:ea typeface="Hiragino Sans"/>
                <a:cs typeface="Hiragino Sans"/>
              </a:defRPr>
            </a:pPr>
            <a:r>
              <a:rPr sz="1350" b="1">
                <a:solidFill>
                  <a:srgbClr val="006C67"/>
                </a:solidFill>
                <a:latin typeface="Hiragino Sans"/>
                <a:ea typeface="Hiragino Sans"/>
                <a:cs typeface="Hiragino Sans"/>
              </a:rPr>
              <a:t>10</a:t>
            </a:r>
          </a:p>
        </p:txBody>
      </p:sp>
    </p:spTree>
    <p:extLst>
      <p:ext uri="{BB962C8B-B14F-4D97-AF65-F5344CB8AC3E}">
        <p14:creationId xmlns:p14="http://schemas.microsoft.com/office/powerpoint/2010/main" val="67568254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5C35EE8-6C93-46F2-B999-1BC832DF93D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D"/>
          </a:solidFill>
          <a:ln xmlns:a="http://schemas.openxmlformats.org/drawingml/2006/main" w="0">
            <a:solidFill>
              <a:srgbClr val="000000">
                <a:alpha val="0"/>
              </a:srgbClr>
            </a:solidFill>
            <a:prstDash val="solid"/>
          </a:ln>
        </p:spPr>
      </p:sp>
      <p:sp>
        <p:nvSpPr>
          <p:cNvPr id="2" name="kicker-Q&amp;A-marker">
            <a:extLst xmlns:a="http://schemas.openxmlformats.org/drawingml/2006/main">
              <a:ext uri="{FF2B5EF4-FFF2-40B4-BE49-F238E27FC236}">
                <a16:creationId xmlns:a16="http://schemas.microsoft.com/office/drawing/2014/main" id="{C05895F5-4D86-46C2-B1F6-1B088430B5A4}"/>
              </a:ext>
            </a:extLst>
          </p:cNvPr>
          <p:cNvSpPr>
            <a:spLocks xmlns:a="http://schemas.openxmlformats.org/drawingml/2006/main" noGrp="1"/>
          </p:cNvSpPr>
          <p:nvPr/>
        </p:nvSpPr>
        <p:spPr>
          <a:xfrm xmlns:a="http://schemas.openxmlformats.org/drawingml/2006/main">
            <a:off x="609600" y="609600"/>
            <a:ext cx="247650" cy="38100"/>
          </a:xfrm>
          <a:prstGeom xmlns:a="http://schemas.openxmlformats.org/drawingml/2006/main" prst="rect">
            <a:avLst/>
          </a:prstGeom>
          <a:solidFill xmlns:a="http://schemas.openxmlformats.org/drawingml/2006/main">
            <a:srgbClr val="006C67"/>
          </a:solidFill>
          <a:ln xmlns:a="http://schemas.openxmlformats.org/drawingml/2006/main" w="0">
            <a:solidFill>
              <a:srgbClr val="006C67"/>
            </a:solidFill>
            <a:prstDash val="solid"/>
          </a:ln>
        </p:spPr>
      </p:sp>
      <p:sp>
        <p:nvSpPr>
          <p:cNvPr id="3" name="kicker-Q&amp;A-label">
            <a:extLst xmlns:a="http://schemas.openxmlformats.org/drawingml/2006/main">
              <a:ext uri="{FF2B5EF4-FFF2-40B4-BE49-F238E27FC236}">
                <a16:creationId xmlns:a16="http://schemas.microsoft.com/office/drawing/2014/main" id="{9B9BBAE7-F8A7-4A22-83B9-9181E86B8037}"/>
              </a:ext>
            </a:extLst>
          </p:cNvPr>
          <p:cNvSpPr>
            <a:spLocks xmlns:a="http://schemas.openxmlformats.org/drawingml/2006/main" noGrp="1"/>
          </p:cNvSpPr>
          <p:nvPr/>
        </p:nvSpPr>
        <p:spPr>
          <a:xfrm xmlns:a="http://schemas.openxmlformats.org/drawingml/2006/main">
            <a:off x="990600" y="5143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06C67"/>
                </a:solidFill>
                <a:latin typeface="Hiragino Sans"/>
                <a:ea typeface="Hiragino Sans"/>
                <a:cs typeface="Hiragino Sans"/>
              </a:defRPr>
            </a:pPr>
            <a:r>
              <a:rPr sz="1125" b="1">
                <a:solidFill>
                  <a:srgbClr val="006C67"/>
                </a:solidFill>
                <a:latin typeface="Hiragino Sans"/>
                <a:ea typeface="Hiragino Sans"/>
                <a:cs typeface="Hiragino Sans"/>
              </a:rPr>
              <a:t>Q&amp;A</a:t>
            </a:r>
          </a:p>
        </p:txBody>
      </p:sp>
      <p:sp>
        <p:nvSpPr>
          <p:cNvPr id="4" name="">
            <a:extLst xmlns:a="http://schemas.openxmlformats.org/drawingml/2006/main">
              <a:ext uri="{FF2B5EF4-FFF2-40B4-BE49-F238E27FC236}">
                <a16:creationId xmlns:a16="http://schemas.microsoft.com/office/drawing/2014/main" id="{D2E8CC03-7E05-4D62-ACDD-FC7338962E9A}"/>
              </a:ext>
            </a:extLst>
          </p:cNvPr>
          <p:cNvSpPr>
            <a:spLocks xmlns:a="http://schemas.openxmlformats.org/drawingml/2006/main" noGrp="1"/>
          </p:cNvSpPr>
          <p:nvPr/>
        </p:nvSpPr>
        <p:spPr>
          <a:xfrm xmlns:a="http://schemas.openxmlformats.org/drawingml/2006/main">
            <a:off x="609600" y="876300"/>
            <a:ext cx="89535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72026"/>
                </a:solidFill>
                <a:latin typeface="Hiragino Sans"/>
                <a:ea typeface="Hiragino Sans"/>
                <a:cs typeface="Hiragino Sans"/>
              </a:defRPr>
            </a:pPr>
            <a:r>
              <a:rPr sz="3000" b="1">
                <a:solidFill>
                  <a:srgbClr val="172026"/>
                </a:solidFill>
                <a:latin typeface="Hiragino Sans"/>
                <a:ea typeface="Hiragino Sans"/>
                <a:cs typeface="Hiragino Sans"/>
              </a:rPr>
              <a:t>質疑応答は、答え方を3パターンで準備する。</a:t>
            </a:r>
          </a:p>
        </p:txBody>
      </p:sp>
      <p:sp>
        <p:nvSpPr>
          <p:cNvPr id="5" name="">
            <a:extLst xmlns:a="http://schemas.openxmlformats.org/drawingml/2006/main">
              <a:ext uri="{FF2B5EF4-FFF2-40B4-BE49-F238E27FC236}">
                <a16:creationId xmlns:a16="http://schemas.microsoft.com/office/drawing/2014/main" id="{97B1AD69-3FED-437B-8342-0B75BB4CB0EB}"/>
              </a:ext>
            </a:extLst>
          </p:cNvPr>
          <p:cNvSpPr>
            <a:spLocks xmlns:a="http://schemas.openxmlformats.org/drawingml/2006/main" noGrp="1"/>
          </p:cNvSpPr>
          <p:nvPr/>
        </p:nvSpPr>
        <p:spPr>
          <a:xfrm xmlns:a="http://schemas.openxmlformats.org/drawingml/2006/main">
            <a:off x="1028700" y="2190750"/>
            <a:ext cx="3848100" cy="781050"/>
          </a:xfrm>
          <a:prstGeom xmlns:a="http://schemas.openxmlformats.org/drawingml/2006/main" prst="rect">
            <a:avLst/>
          </a:prstGeom>
          <a:solidFill xmlns:a="http://schemas.openxmlformats.org/drawingml/2006/main">
            <a:srgbClr val="DCEDEA"/>
          </a:solidFill>
          <a:ln xmlns:a="http://schemas.openxmlformats.org/drawingml/2006/main" w="9525">
            <a:solidFill>
              <a:srgbClr val="D8D2C5"/>
            </a:solidFill>
            <a:prstDash val="solid"/>
          </a:ln>
        </p:spPr>
      </p:sp>
      <p:sp>
        <p:nvSpPr>
          <p:cNvPr id="6" name="">
            <a:extLst xmlns:a="http://schemas.openxmlformats.org/drawingml/2006/main">
              <a:ext uri="{FF2B5EF4-FFF2-40B4-BE49-F238E27FC236}">
                <a16:creationId xmlns:a16="http://schemas.microsoft.com/office/drawing/2014/main" id="{56A0BE62-FD86-4D5D-A47D-F136A63BD3A7}"/>
              </a:ext>
            </a:extLst>
          </p:cNvPr>
          <p:cNvSpPr>
            <a:spLocks xmlns:a="http://schemas.openxmlformats.org/drawingml/2006/main" noGrp="1"/>
          </p:cNvSpPr>
          <p:nvPr/>
        </p:nvSpPr>
        <p:spPr>
          <a:xfrm xmlns:a="http://schemas.openxmlformats.org/drawingml/2006/main">
            <a:off x="4876800" y="2190750"/>
            <a:ext cx="53340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8D2C5"/>
            </a:solidFill>
            <a:prstDash val="solid"/>
          </a:ln>
        </p:spPr>
      </p:sp>
      <p:sp>
        <p:nvSpPr>
          <p:cNvPr id="7" name="">
            <a:extLst xmlns:a="http://schemas.openxmlformats.org/drawingml/2006/main">
              <a:ext uri="{FF2B5EF4-FFF2-40B4-BE49-F238E27FC236}">
                <a16:creationId xmlns:a16="http://schemas.microsoft.com/office/drawing/2014/main" id="{25B30480-D31D-4678-8249-24D0CCA66456}"/>
              </a:ext>
            </a:extLst>
          </p:cNvPr>
          <p:cNvSpPr>
            <a:spLocks xmlns:a="http://schemas.openxmlformats.org/drawingml/2006/main" noGrp="1"/>
          </p:cNvSpPr>
          <p:nvPr/>
        </p:nvSpPr>
        <p:spPr>
          <a:xfrm xmlns:a="http://schemas.openxmlformats.org/drawingml/2006/main">
            <a:off x="1276350" y="2400300"/>
            <a:ext cx="32956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06C67"/>
                </a:solidFill>
                <a:latin typeface="Hiragino Sans"/>
                <a:ea typeface="Hiragino Sans"/>
                <a:cs typeface="Hiragino Sans"/>
              </a:defRPr>
            </a:pPr>
            <a:r>
              <a:rPr sz="1800" b="1">
                <a:solidFill>
                  <a:srgbClr val="006C67"/>
                </a:solidFill>
                <a:latin typeface="Hiragino Sans"/>
                <a:ea typeface="Hiragino Sans"/>
                <a:cs typeface="Hiragino Sans"/>
              </a:rPr>
              <a:t>意味も答えもわかる</a:t>
            </a:r>
          </a:p>
        </p:txBody>
      </p:sp>
      <p:sp>
        <p:nvSpPr>
          <p:cNvPr id="8" name="">
            <a:extLst xmlns:a="http://schemas.openxmlformats.org/drawingml/2006/main">
              <a:ext uri="{FF2B5EF4-FFF2-40B4-BE49-F238E27FC236}">
                <a16:creationId xmlns:a16="http://schemas.microsoft.com/office/drawing/2014/main" id="{F165BD42-4445-4733-A282-F3E75D866310}"/>
              </a:ext>
            </a:extLst>
          </p:cNvPr>
          <p:cNvSpPr>
            <a:spLocks xmlns:a="http://schemas.openxmlformats.org/drawingml/2006/main" noGrp="1"/>
          </p:cNvSpPr>
          <p:nvPr/>
        </p:nvSpPr>
        <p:spPr>
          <a:xfrm xmlns:a="http://schemas.openxmlformats.org/drawingml/2006/main">
            <a:off x="5143500" y="2400300"/>
            <a:ext cx="476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72026"/>
                </a:solidFill>
                <a:latin typeface="Hiragino Sans"/>
                <a:ea typeface="Hiragino Sans"/>
                <a:cs typeface="Hiragino Sans"/>
              </a:defRPr>
            </a:pPr>
            <a:r>
              <a:rPr sz="1800" b="1">
                <a:solidFill>
                  <a:srgbClr val="172026"/>
                </a:solidFill>
                <a:latin typeface="Hiragino Sans"/>
                <a:ea typeface="Hiragino Sans"/>
                <a:cs typeface="Hiragino Sans"/>
              </a:rPr>
              <a:t>端的に答える</a:t>
            </a:r>
          </a:p>
        </p:txBody>
      </p:sp>
      <p:sp>
        <p:nvSpPr>
          <p:cNvPr id="9" name="">
            <a:extLst xmlns:a="http://schemas.openxmlformats.org/drawingml/2006/main">
              <a:ext uri="{FF2B5EF4-FFF2-40B4-BE49-F238E27FC236}">
                <a16:creationId xmlns:a16="http://schemas.microsoft.com/office/drawing/2014/main" id="{594CA668-CB4F-4524-8E8C-FBF57A68F378}"/>
              </a:ext>
            </a:extLst>
          </p:cNvPr>
          <p:cNvSpPr>
            <a:spLocks xmlns:a="http://schemas.openxmlformats.org/drawingml/2006/main" noGrp="1"/>
          </p:cNvSpPr>
          <p:nvPr/>
        </p:nvSpPr>
        <p:spPr>
          <a:xfrm xmlns:a="http://schemas.openxmlformats.org/drawingml/2006/main">
            <a:off x="1028700" y="3295650"/>
            <a:ext cx="38481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8D2C5"/>
            </a:solidFill>
            <a:prstDash val="solid"/>
          </a:ln>
        </p:spPr>
      </p:sp>
      <p:sp>
        <p:nvSpPr>
          <p:cNvPr id="10" name="">
            <a:extLst xmlns:a="http://schemas.openxmlformats.org/drawingml/2006/main">
              <a:ext uri="{FF2B5EF4-FFF2-40B4-BE49-F238E27FC236}">
                <a16:creationId xmlns:a16="http://schemas.microsoft.com/office/drawing/2014/main" id="{B309B8D5-C499-4DB5-883C-116241BC0AC6}"/>
              </a:ext>
            </a:extLst>
          </p:cNvPr>
          <p:cNvSpPr>
            <a:spLocks xmlns:a="http://schemas.openxmlformats.org/drawingml/2006/main" noGrp="1"/>
          </p:cNvSpPr>
          <p:nvPr/>
        </p:nvSpPr>
        <p:spPr>
          <a:xfrm xmlns:a="http://schemas.openxmlformats.org/drawingml/2006/main">
            <a:off x="4876800" y="3295650"/>
            <a:ext cx="53340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8D2C5"/>
            </a:solidFill>
            <a:prstDash val="solid"/>
          </a:ln>
        </p:spPr>
      </p:sp>
      <p:sp>
        <p:nvSpPr>
          <p:cNvPr id="11" name="">
            <a:extLst xmlns:a="http://schemas.openxmlformats.org/drawingml/2006/main">
              <a:ext uri="{FF2B5EF4-FFF2-40B4-BE49-F238E27FC236}">
                <a16:creationId xmlns:a16="http://schemas.microsoft.com/office/drawing/2014/main" id="{D4CD9273-2A48-43F3-9F78-EBCD9B1F0388}"/>
              </a:ext>
            </a:extLst>
          </p:cNvPr>
          <p:cNvSpPr>
            <a:spLocks xmlns:a="http://schemas.openxmlformats.org/drawingml/2006/main" noGrp="1"/>
          </p:cNvSpPr>
          <p:nvPr/>
        </p:nvSpPr>
        <p:spPr>
          <a:xfrm xmlns:a="http://schemas.openxmlformats.org/drawingml/2006/main">
            <a:off x="1276350" y="3505200"/>
            <a:ext cx="32956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72026"/>
                </a:solidFill>
                <a:latin typeface="Hiragino Sans"/>
                <a:ea typeface="Hiragino Sans"/>
                <a:cs typeface="Hiragino Sans"/>
              </a:defRPr>
            </a:pPr>
            <a:r>
              <a:rPr sz="1800" b="1">
                <a:solidFill>
                  <a:srgbClr val="172026"/>
                </a:solidFill>
                <a:latin typeface="Hiragino Sans"/>
                <a:ea typeface="Hiragino Sans"/>
                <a:cs typeface="Hiragino Sans"/>
              </a:rPr>
              <a:t>意味はわかるが未検討</a:t>
            </a:r>
          </a:p>
        </p:txBody>
      </p:sp>
      <p:sp>
        <p:nvSpPr>
          <p:cNvPr id="12" name="">
            <a:extLst xmlns:a="http://schemas.openxmlformats.org/drawingml/2006/main">
              <a:ext uri="{FF2B5EF4-FFF2-40B4-BE49-F238E27FC236}">
                <a16:creationId xmlns:a16="http://schemas.microsoft.com/office/drawing/2014/main" id="{720CDE94-78A7-4957-B5B7-A6B2ED8E334C}"/>
              </a:ext>
            </a:extLst>
          </p:cNvPr>
          <p:cNvSpPr>
            <a:spLocks xmlns:a="http://schemas.openxmlformats.org/drawingml/2006/main" noGrp="1"/>
          </p:cNvSpPr>
          <p:nvPr/>
        </p:nvSpPr>
        <p:spPr>
          <a:xfrm xmlns:a="http://schemas.openxmlformats.org/drawingml/2006/main">
            <a:off x="5143500" y="3505200"/>
            <a:ext cx="476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72026"/>
                </a:solidFill>
                <a:latin typeface="Hiragino Sans"/>
                <a:ea typeface="Hiragino Sans"/>
                <a:cs typeface="Hiragino Sans"/>
              </a:defRPr>
            </a:pPr>
            <a:r>
              <a:rPr sz="1800" b="1">
                <a:solidFill>
                  <a:srgbClr val="172026"/>
                </a:solidFill>
                <a:latin typeface="Hiragino Sans"/>
                <a:ea typeface="Hiragino Sans"/>
                <a:cs typeface="Hiragino Sans"/>
              </a:rPr>
              <a:t>今後の検討課題として受け止める</a:t>
            </a:r>
          </a:p>
        </p:txBody>
      </p:sp>
      <p:sp>
        <p:nvSpPr>
          <p:cNvPr id="13" name="">
            <a:extLst xmlns:a="http://schemas.openxmlformats.org/drawingml/2006/main">
              <a:ext uri="{FF2B5EF4-FFF2-40B4-BE49-F238E27FC236}">
                <a16:creationId xmlns:a16="http://schemas.microsoft.com/office/drawing/2014/main" id="{81053C8B-C2EC-4AE7-AFCE-722FAC608E57}"/>
              </a:ext>
            </a:extLst>
          </p:cNvPr>
          <p:cNvSpPr>
            <a:spLocks xmlns:a="http://schemas.openxmlformats.org/drawingml/2006/main" noGrp="1"/>
          </p:cNvSpPr>
          <p:nvPr/>
        </p:nvSpPr>
        <p:spPr>
          <a:xfrm xmlns:a="http://schemas.openxmlformats.org/drawingml/2006/main">
            <a:off x="1028700" y="4400550"/>
            <a:ext cx="3848100" cy="781050"/>
          </a:xfrm>
          <a:prstGeom xmlns:a="http://schemas.openxmlformats.org/drawingml/2006/main" prst="rect">
            <a:avLst/>
          </a:prstGeom>
          <a:solidFill xmlns:a="http://schemas.openxmlformats.org/drawingml/2006/main">
            <a:srgbClr val="F1E0D8"/>
          </a:solidFill>
          <a:ln xmlns:a="http://schemas.openxmlformats.org/drawingml/2006/main" w="9525">
            <a:solidFill>
              <a:srgbClr val="D8D2C5"/>
            </a:solidFill>
            <a:prstDash val="solid"/>
          </a:ln>
        </p:spPr>
      </p:sp>
      <p:sp>
        <p:nvSpPr>
          <p:cNvPr id="14" name="">
            <a:extLst xmlns:a="http://schemas.openxmlformats.org/drawingml/2006/main">
              <a:ext uri="{FF2B5EF4-FFF2-40B4-BE49-F238E27FC236}">
                <a16:creationId xmlns:a16="http://schemas.microsoft.com/office/drawing/2014/main" id="{0F48A632-F69C-4B95-94F4-DAF66F005F03}"/>
              </a:ext>
            </a:extLst>
          </p:cNvPr>
          <p:cNvSpPr>
            <a:spLocks xmlns:a="http://schemas.openxmlformats.org/drawingml/2006/main" noGrp="1"/>
          </p:cNvSpPr>
          <p:nvPr/>
        </p:nvSpPr>
        <p:spPr>
          <a:xfrm xmlns:a="http://schemas.openxmlformats.org/drawingml/2006/main">
            <a:off x="4876800" y="4400550"/>
            <a:ext cx="53340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8D2C5"/>
            </a:solidFill>
            <a:prstDash val="solid"/>
          </a:ln>
        </p:spPr>
      </p:sp>
      <p:sp>
        <p:nvSpPr>
          <p:cNvPr id="15" name="">
            <a:extLst xmlns:a="http://schemas.openxmlformats.org/drawingml/2006/main">
              <a:ext uri="{FF2B5EF4-FFF2-40B4-BE49-F238E27FC236}">
                <a16:creationId xmlns:a16="http://schemas.microsoft.com/office/drawing/2014/main" id="{07DDD704-9FB7-4520-BEB2-C0DB713B0CF4}"/>
              </a:ext>
            </a:extLst>
          </p:cNvPr>
          <p:cNvSpPr>
            <a:spLocks xmlns:a="http://schemas.openxmlformats.org/drawingml/2006/main" noGrp="1"/>
          </p:cNvSpPr>
          <p:nvPr/>
        </p:nvSpPr>
        <p:spPr>
          <a:xfrm xmlns:a="http://schemas.openxmlformats.org/drawingml/2006/main">
            <a:off x="1276350" y="4610100"/>
            <a:ext cx="32956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B65A3A"/>
                </a:solidFill>
                <a:latin typeface="Hiragino Sans"/>
                <a:ea typeface="Hiragino Sans"/>
                <a:cs typeface="Hiragino Sans"/>
              </a:defRPr>
            </a:pPr>
            <a:r>
              <a:rPr sz="1800" b="1">
                <a:solidFill>
                  <a:srgbClr val="B65A3A"/>
                </a:solidFill>
                <a:latin typeface="Hiragino Sans"/>
                <a:ea typeface="Hiragino Sans"/>
                <a:cs typeface="Hiragino Sans"/>
              </a:rPr>
              <a:t>意味がわからない</a:t>
            </a:r>
          </a:p>
        </p:txBody>
      </p:sp>
      <p:sp>
        <p:nvSpPr>
          <p:cNvPr id="16" name="">
            <a:extLst xmlns:a="http://schemas.openxmlformats.org/drawingml/2006/main">
              <a:ext uri="{FF2B5EF4-FFF2-40B4-BE49-F238E27FC236}">
                <a16:creationId xmlns:a16="http://schemas.microsoft.com/office/drawing/2014/main" id="{51089F8F-98A2-46B5-B504-28CF182C726B}"/>
              </a:ext>
            </a:extLst>
          </p:cNvPr>
          <p:cNvSpPr>
            <a:spLocks xmlns:a="http://schemas.openxmlformats.org/drawingml/2006/main" noGrp="1"/>
          </p:cNvSpPr>
          <p:nvPr/>
        </p:nvSpPr>
        <p:spPr>
          <a:xfrm xmlns:a="http://schemas.openxmlformats.org/drawingml/2006/main">
            <a:off x="5143500" y="4610100"/>
            <a:ext cx="476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72026"/>
                </a:solidFill>
                <a:latin typeface="Hiragino Sans"/>
                <a:ea typeface="Hiragino Sans"/>
                <a:cs typeface="Hiragino Sans"/>
              </a:defRPr>
            </a:pPr>
            <a:r>
              <a:rPr sz="1800" b="1">
                <a:solidFill>
                  <a:srgbClr val="172026"/>
                </a:solidFill>
                <a:latin typeface="Hiragino Sans"/>
                <a:ea typeface="Hiragino Sans"/>
                <a:cs typeface="Hiragino Sans"/>
              </a:rPr>
              <a:t>論点を確認して聞き返す</a:t>
            </a:r>
          </a:p>
        </p:txBody>
      </p:sp>
      <p:sp>
        <p:nvSpPr>
          <p:cNvPr id="17" name="">
            <a:extLst xmlns:a="http://schemas.openxmlformats.org/drawingml/2006/main">
              <a:ext uri="{FF2B5EF4-FFF2-40B4-BE49-F238E27FC236}">
                <a16:creationId xmlns:a16="http://schemas.microsoft.com/office/drawing/2014/main" id="{F44FCE63-86DE-4B1A-A2A0-675773FF1068}"/>
              </a:ext>
            </a:extLst>
          </p:cNvPr>
          <p:cNvSpPr>
            <a:spLocks xmlns:a="http://schemas.openxmlformats.org/drawingml/2006/main" noGrp="1"/>
          </p:cNvSpPr>
          <p:nvPr/>
        </p:nvSpPr>
        <p:spPr>
          <a:xfrm xmlns:a="http://schemas.openxmlformats.org/drawingml/2006/main">
            <a:off x="1219200" y="5695950"/>
            <a:ext cx="8001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72026"/>
                </a:solidFill>
                <a:latin typeface="Hiragino Sans"/>
                <a:ea typeface="Hiragino Sans"/>
                <a:cs typeface="Hiragino Sans"/>
              </a:defRPr>
            </a:pPr>
            <a:r>
              <a:rPr sz="1800" b="1">
                <a:solidFill>
                  <a:srgbClr val="172026"/>
                </a:solidFill>
                <a:latin typeface="Hiragino Sans"/>
                <a:ea typeface="Hiragino Sans"/>
                <a:cs typeface="Hiragino Sans"/>
              </a:rPr>
              <a:t>はぐらかすより、質問の意味を明確にしてから単文で返す。</a:t>
            </a:r>
          </a:p>
        </p:txBody>
      </p:sp>
      <p:sp>
        <p:nvSpPr>
          <p:cNvPr id="18" name="">
            <a:extLst xmlns:a="http://schemas.openxmlformats.org/drawingml/2006/main">
              <a:ext uri="{FF2B5EF4-FFF2-40B4-BE49-F238E27FC236}">
                <a16:creationId xmlns:a16="http://schemas.microsoft.com/office/drawing/2014/main" id="{F4B24840-C8BF-40DD-B6D8-486C87833BBB}"/>
              </a:ext>
            </a:extLst>
          </p:cNvPr>
          <p:cNvSpPr>
            <a:spLocks xmlns:a="http://schemas.openxmlformats.org/drawingml/2006/main" noGrp="1"/>
          </p:cNvSpPr>
          <p:nvPr/>
        </p:nvSpPr>
        <p:spPr>
          <a:xfrm xmlns:a="http://schemas.openxmlformats.org/drawingml/2006/main">
            <a:off x="609600" y="6324600"/>
            <a:ext cx="9620250" cy="9525"/>
          </a:xfrm>
          <a:prstGeom xmlns:a="http://schemas.openxmlformats.org/drawingml/2006/main" prst="rect">
            <a:avLst/>
          </a:prstGeom>
          <a:solidFill xmlns:a="http://schemas.openxmlformats.org/drawingml/2006/main">
            <a:srgbClr val="D8D2C5"/>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A38C5D87-4F8F-457D-AA5A-36ADA7DABD03}"/>
              </a:ext>
            </a:extLst>
          </p:cNvPr>
          <p:cNvSpPr>
            <a:spLocks xmlns:a="http://schemas.openxmlformats.org/drawingml/2006/main" noGrp="1"/>
          </p:cNvSpPr>
          <p:nvPr/>
        </p:nvSpPr>
        <p:spPr>
          <a:xfrm xmlns:a="http://schemas.openxmlformats.org/drawingml/2006/main">
            <a:off x="609600" y="6429375"/>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26069"/>
                </a:solidFill>
                <a:latin typeface="Hiragino Sans"/>
                <a:ea typeface="Hiragino Sans"/>
                <a:cs typeface="Hiragino Sans"/>
              </a:defRPr>
            </a:pPr>
            <a:r>
              <a:rPr sz="750" b="0">
                <a:solidFill>
                  <a:srgbClr val="526069"/>
                </a:solidFill>
                <a:latin typeface="Hiragino Sans"/>
                <a:ea typeface="Hiragino Sans"/>
                <a:cs typeface="Hiragino Sans"/>
              </a:rPr>
              <a:t>鈴木亨「学会発表の基本テクニック」日本義肢装具学会誌 26(1), 2010</a:t>
            </a:r>
          </a:p>
        </p:txBody>
      </p:sp>
      <p:sp>
        <p:nvSpPr>
          <p:cNvPr id="20" name="">
            <a:extLst xmlns:a="http://schemas.openxmlformats.org/drawingml/2006/main">
              <a:ext uri="{FF2B5EF4-FFF2-40B4-BE49-F238E27FC236}">
                <a16:creationId xmlns:a16="http://schemas.microsoft.com/office/drawing/2014/main" id="{FC8B4979-ADF5-4ADE-B522-D77D9F886167}"/>
              </a:ext>
            </a:extLst>
          </p:cNvPr>
          <p:cNvSpPr>
            <a:spLocks xmlns:a="http://schemas.openxmlformats.org/drawingml/2006/main" noGrp="1"/>
          </p:cNvSpPr>
          <p:nvPr/>
        </p:nvSpPr>
        <p:spPr>
          <a:xfrm xmlns:a="http://schemas.openxmlformats.org/drawingml/2006/main">
            <a:off x="10744200" y="6372225"/>
            <a:ext cx="838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350" b="1">
                <a:solidFill>
                  <a:srgbClr val="006C67"/>
                </a:solidFill>
                <a:latin typeface="Hiragino Sans"/>
                <a:ea typeface="Hiragino Sans"/>
                <a:cs typeface="Hiragino Sans"/>
              </a:defRPr>
            </a:pPr>
            <a:r>
              <a:rPr sz="1350" b="1">
                <a:solidFill>
                  <a:srgbClr val="006C67"/>
                </a:solidFill>
                <a:latin typeface="Hiragino Sans"/>
                <a:ea typeface="Hiragino Sans"/>
                <a:cs typeface="Hiragino Sans"/>
              </a:rPr>
              <a:t>11</a:t>
            </a:r>
          </a:p>
        </p:txBody>
      </p:sp>
    </p:spTree>
    <p:extLst>
      <p:ext uri="{BB962C8B-B14F-4D97-AF65-F5344CB8AC3E}">
        <p14:creationId xmlns:p14="http://schemas.microsoft.com/office/powerpoint/2010/main" val="141830327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43FF2FE-FB70-45A6-9E4B-6EA6919502C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D"/>
          </a:solidFill>
          <a:ln xmlns:a="http://schemas.openxmlformats.org/drawingml/2006/main" w="0">
            <a:solidFill>
              <a:srgbClr val="000000">
                <a:alpha val="0"/>
              </a:srgbClr>
            </a:solidFill>
            <a:prstDash val="solid"/>
          </a:ln>
        </p:spPr>
      </p:sp>
      <p:sp>
        <p:nvSpPr>
          <p:cNvPr id="2" name="kicker-CHECKLIST-marker">
            <a:extLst xmlns:a="http://schemas.openxmlformats.org/drawingml/2006/main">
              <a:ext uri="{FF2B5EF4-FFF2-40B4-BE49-F238E27FC236}">
                <a16:creationId xmlns:a16="http://schemas.microsoft.com/office/drawing/2014/main" id="{B1F4FD8E-97F3-43B4-9128-04B6D57CEA0C}"/>
              </a:ext>
            </a:extLst>
          </p:cNvPr>
          <p:cNvSpPr>
            <a:spLocks xmlns:a="http://schemas.openxmlformats.org/drawingml/2006/main" noGrp="1"/>
          </p:cNvSpPr>
          <p:nvPr/>
        </p:nvSpPr>
        <p:spPr>
          <a:xfrm xmlns:a="http://schemas.openxmlformats.org/drawingml/2006/main">
            <a:off x="609600" y="609600"/>
            <a:ext cx="247650" cy="38100"/>
          </a:xfrm>
          <a:prstGeom xmlns:a="http://schemas.openxmlformats.org/drawingml/2006/main" prst="rect">
            <a:avLst/>
          </a:prstGeom>
          <a:solidFill xmlns:a="http://schemas.openxmlformats.org/drawingml/2006/main">
            <a:srgbClr val="006C67"/>
          </a:solidFill>
          <a:ln xmlns:a="http://schemas.openxmlformats.org/drawingml/2006/main" w="0">
            <a:solidFill>
              <a:srgbClr val="006C67"/>
            </a:solidFill>
            <a:prstDash val="solid"/>
          </a:ln>
        </p:spPr>
      </p:sp>
      <p:sp>
        <p:nvSpPr>
          <p:cNvPr id="3" name="kicker-CHECKLIST-label">
            <a:extLst xmlns:a="http://schemas.openxmlformats.org/drawingml/2006/main">
              <a:ext uri="{FF2B5EF4-FFF2-40B4-BE49-F238E27FC236}">
                <a16:creationId xmlns:a16="http://schemas.microsoft.com/office/drawing/2014/main" id="{22FD5B47-1A7E-4B87-9753-B6C4D0FECA34}"/>
              </a:ext>
            </a:extLst>
          </p:cNvPr>
          <p:cNvSpPr>
            <a:spLocks xmlns:a="http://schemas.openxmlformats.org/drawingml/2006/main" noGrp="1"/>
          </p:cNvSpPr>
          <p:nvPr/>
        </p:nvSpPr>
        <p:spPr>
          <a:xfrm xmlns:a="http://schemas.openxmlformats.org/drawingml/2006/main">
            <a:off x="990600" y="5143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06C67"/>
                </a:solidFill>
                <a:latin typeface="Hiragino Sans"/>
                <a:ea typeface="Hiragino Sans"/>
                <a:cs typeface="Hiragino Sans"/>
              </a:defRPr>
            </a:pPr>
            <a:r>
              <a:rPr sz="1125" b="1">
                <a:solidFill>
                  <a:srgbClr val="006C67"/>
                </a:solidFill>
                <a:latin typeface="Hiragino Sans"/>
                <a:ea typeface="Hiragino Sans"/>
                <a:cs typeface="Hiragino Sans"/>
              </a:rPr>
              <a:t>CHECKLIST</a:t>
            </a:r>
          </a:p>
        </p:txBody>
      </p:sp>
      <p:sp>
        <p:nvSpPr>
          <p:cNvPr id="4" name="">
            <a:extLst xmlns:a="http://schemas.openxmlformats.org/drawingml/2006/main">
              <a:ext uri="{FF2B5EF4-FFF2-40B4-BE49-F238E27FC236}">
                <a16:creationId xmlns:a16="http://schemas.microsoft.com/office/drawing/2014/main" id="{CF134244-4499-40E9-ADA0-FFD9F375D524}"/>
              </a:ext>
            </a:extLst>
          </p:cNvPr>
          <p:cNvSpPr>
            <a:spLocks xmlns:a="http://schemas.openxmlformats.org/drawingml/2006/main" noGrp="1"/>
          </p:cNvSpPr>
          <p:nvPr/>
        </p:nvSpPr>
        <p:spPr>
          <a:xfrm xmlns:a="http://schemas.openxmlformats.org/drawingml/2006/main">
            <a:off x="609600" y="876300"/>
            <a:ext cx="85725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72026"/>
                </a:solidFill>
                <a:latin typeface="Hiragino Sans"/>
                <a:ea typeface="Hiragino Sans"/>
                <a:cs typeface="Hiragino Sans"/>
              </a:defRPr>
            </a:pPr>
            <a:r>
              <a:rPr sz="3000" b="1">
                <a:solidFill>
                  <a:srgbClr val="172026"/>
                </a:solidFill>
                <a:latin typeface="Hiragino Sans"/>
                <a:ea typeface="Hiragino Sans"/>
                <a:cs typeface="Hiragino Sans"/>
              </a:rPr>
              <a:t>発表前の確認は、6項目まで絞って見る。</a:t>
            </a:r>
          </a:p>
        </p:txBody>
      </p:sp>
      <p:sp>
        <p:nvSpPr>
          <p:cNvPr id="5" name="">
            <a:extLst xmlns:a="http://schemas.openxmlformats.org/drawingml/2006/main">
              <a:ext uri="{FF2B5EF4-FFF2-40B4-BE49-F238E27FC236}">
                <a16:creationId xmlns:a16="http://schemas.microsoft.com/office/drawing/2014/main" id="{10F2960F-1199-4048-BEC5-90EC54633CD4}"/>
              </a:ext>
            </a:extLst>
          </p:cNvPr>
          <p:cNvSpPr>
            <a:spLocks xmlns:a="http://schemas.openxmlformats.org/drawingml/2006/main" noGrp="1"/>
          </p:cNvSpPr>
          <p:nvPr/>
        </p:nvSpPr>
        <p:spPr>
          <a:xfrm xmlns:a="http://schemas.openxmlformats.org/drawingml/2006/main">
            <a:off x="1143000" y="2266950"/>
            <a:ext cx="409575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5"/>
            </a:solidFill>
            <a:prstDash val="solid"/>
          </a:ln>
        </p:spPr>
      </p:sp>
      <p:sp>
        <p:nvSpPr>
          <p:cNvPr id="6" name="">
            <a:extLst xmlns:a="http://schemas.openxmlformats.org/drawingml/2006/main">
              <a:ext uri="{FF2B5EF4-FFF2-40B4-BE49-F238E27FC236}">
                <a16:creationId xmlns:a16="http://schemas.microsoft.com/office/drawing/2014/main" id="{8DC28138-707E-45B4-AA13-6CE2975501D2}"/>
              </a:ext>
            </a:extLst>
          </p:cNvPr>
          <p:cNvSpPr>
            <a:spLocks xmlns:a="http://schemas.openxmlformats.org/drawingml/2006/main" noGrp="1"/>
          </p:cNvSpPr>
          <p:nvPr/>
        </p:nvSpPr>
        <p:spPr>
          <a:xfrm xmlns:a="http://schemas.openxmlformats.org/drawingml/2006/main">
            <a:off x="1371600" y="2409825"/>
            <a:ext cx="323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006C67"/>
                </a:solidFill>
                <a:latin typeface="Hiragino Sans"/>
                <a:ea typeface="Hiragino Sans"/>
                <a:cs typeface="Hiragino Sans"/>
              </a:defRPr>
            </a:pPr>
            <a:r>
              <a:rPr sz="1950" b="1">
                <a:solidFill>
                  <a:srgbClr val="006C67"/>
                </a:solidFill>
                <a:latin typeface="Hiragino Sans"/>
                <a:ea typeface="Hiragino Sans"/>
                <a:cs typeface="Hiragino Sans"/>
              </a:rPr>
              <a:t>✓</a:t>
            </a:r>
          </a:p>
        </p:txBody>
      </p:sp>
      <p:sp>
        <p:nvSpPr>
          <p:cNvPr id="7" name="">
            <a:extLst xmlns:a="http://schemas.openxmlformats.org/drawingml/2006/main">
              <a:ext uri="{FF2B5EF4-FFF2-40B4-BE49-F238E27FC236}">
                <a16:creationId xmlns:a16="http://schemas.microsoft.com/office/drawing/2014/main" id="{68F6B773-BF6B-4E2B-A6F0-B1613DC1A5DE}"/>
              </a:ext>
            </a:extLst>
          </p:cNvPr>
          <p:cNvSpPr>
            <a:spLocks xmlns:a="http://schemas.openxmlformats.org/drawingml/2006/main" noGrp="1"/>
          </p:cNvSpPr>
          <p:nvPr/>
        </p:nvSpPr>
        <p:spPr>
          <a:xfrm xmlns:a="http://schemas.openxmlformats.org/drawingml/2006/main">
            <a:off x="1828800" y="2438400"/>
            <a:ext cx="31051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172026"/>
                </a:solidFill>
                <a:latin typeface="Hiragino Sans"/>
                <a:ea typeface="Hiragino Sans"/>
                <a:cs typeface="Hiragino Sans"/>
              </a:defRPr>
            </a:pPr>
            <a:r>
              <a:rPr sz="1725" b="1">
                <a:solidFill>
                  <a:srgbClr val="172026"/>
                </a:solidFill>
                <a:latin typeface="Hiragino Sans"/>
                <a:ea typeface="Hiragino Sans"/>
                <a:cs typeface="Hiragino Sans"/>
              </a:rPr>
              <a:t>聴衆を想定したか</a:t>
            </a:r>
          </a:p>
        </p:txBody>
      </p:sp>
      <p:sp>
        <p:nvSpPr>
          <p:cNvPr id="8" name="">
            <a:extLst xmlns:a="http://schemas.openxmlformats.org/drawingml/2006/main">
              <a:ext uri="{FF2B5EF4-FFF2-40B4-BE49-F238E27FC236}">
                <a16:creationId xmlns:a16="http://schemas.microsoft.com/office/drawing/2014/main" id="{B9E76C4F-F121-462D-B1AC-CED992085BD1}"/>
              </a:ext>
            </a:extLst>
          </p:cNvPr>
          <p:cNvSpPr>
            <a:spLocks xmlns:a="http://schemas.openxmlformats.org/drawingml/2006/main" noGrp="1"/>
          </p:cNvSpPr>
          <p:nvPr/>
        </p:nvSpPr>
        <p:spPr>
          <a:xfrm xmlns:a="http://schemas.openxmlformats.org/drawingml/2006/main">
            <a:off x="5905500" y="2266950"/>
            <a:ext cx="409575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5"/>
            </a:solidFill>
            <a:prstDash val="solid"/>
          </a:ln>
        </p:spPr>
      </p:sp>
      <p:sp>
        <p:nvSpPr>
          <p:cNvPr id="9" name="">
            <a:extLst xmlns:a="http://schemas.openxmlformats.org/drawingml/2006/main">
              <a:ext uri="{FF2B5EF4-FFF2-40B4-BE49-F238E27FC236}">
                <a16:creationId xmlns:a16="http://schemas.microsoft.com/office/drawing/2014/main" id="{AB30DB56-F3F2-42BA-BBC3-CA0D53FAE0B3}"/>
              </a:ext>
            </a:extLst>
          </p:cNvPr>
          <p:cNvSpPr>
            <a:spLocks xmlns:a="http://schemas.openxmlformats.org/drawingml/2006/main" noGrp="1"/>
          </p:cNvSpPr>
          <p:nvPr/>
        </p:nvSpPr>
        <p:spPr>
          <a:xfrm xmlns:a="http://schemas.openxmlformats.org/drawingml/2006/main">
            <a:off x="6134100" y="2409825"/>
            <a:ext cx="323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006C67"/>
                </a:solidFill>
                <a:latin typeface="Hiragino Sans"/>
                <a:ea typeface="Hiragino Sans"/>
                <a:cs typeface="Hiragino Sans"/>
              </a:defRPr>
            </a:pPr>
            <a:r>
              <a:rPr sz="1950" b="1">
                <a:solidFill>
                  <a:srgbClr val="006C67"/>
                </a:solidFill>
                <a:latin typeface="Hiragino Sans"/>
                <a:ea typeface="Hiragino Sans"/>
                <a:cs typeface="Hiragino Sans"/>
              </a:rPr>
              <a:t>✓</a:t>
            </a:r>
          </a:p>
        </p:txBody>
      </p:sp>
      <p:sp>
        <p:nvSpPr>
          <p:cNvPr id="10" name="">
            <a:extLst xmlns:a="http://schemas.openxmlformats.org/drawingml/2006/main">
              <a:ext uri="{FF2B5EF4-FFF2-40B4-BE49-F238E27FC236}">
                <a16:creationId xmlns:a16="http://schemas.microsoft.com/office/drawing/2014/main" id="{D7169F38-6E9B-4E88-A22B-E1DD6FCC5B56}"/>
              </a:ext>
            </a:extLst>
          </p:cNvPr>
          <p:cNvSpPr>
            <a:spLocks xmlns:a="http://schemas.openxmlformats.org/drawingml/2006/main" noGrp="1"/>
          </p:cNvSpPr>
          <p:nvPr/>
        </p:nvSpPr>
        <p:spPr>
          <a:xfrm xmlns:a="http://schemas.openxmlformats.org/drawingml/2006/main">
            <a:off x="6591300" y="2438400"/>
            <a:ext cx="31051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172026"/>
                </a:solidFill>
                <a:latin typeface="Hiragino Sans"/>
                <a:ea typeface="Hiragino Sans"/>
                <a:cs typeface="Hiragino Sans"/>
              </a:defRPr>
            </a:pPr>
            <a:r>
              <a:rPr sz="1725" b="1">
                <a:solidFill>
                  <a:srgbClr val="172026"/>
                </a:solidFill>
                <a:latin typeface="Hiragino Sans"/>
                <a:ea typeface="Hiragino Sans"/>
                <a:cs typeface="Hiragino Sans"/>
              </a:rPr>
              <a:t>要点は3つ以内か</a:t>
            </a:r>
          </a:p>
        </p:txBody>
      </p:sp>
      <p:sp>
        <p:nvSpPr>
          <p:cNvPr id="11" name="">
            <a:extLst xmlns:a="http://schemas.openxmlformats.org/drawingml/2006/main">
              <a:ext uri="{FF2B5EF4-FFF2-40B4-BE49-F238E27FC236}">
                <a16:creationId xmlns:a16="http://schemas.microsoft.com/office/drawing/2014/main" id="{4FAEF16A-404C-4CD1-91F3-60C562722B30}"/>
              </a:ext>
            </a:extLst>
          </p:cNvPr>
          <p:cNvSpPr>
            <a:spLocks xmlns:a="http://schemas.openxmlformats.org/drawingml/2006/main" noGrp="1"/>
          </p:cNvSpPr>
          <p:nvPr/>
        </p:nvSpPr>
        <p:spPr>
          <a:xfrm xmlns:a="http://schemas.openxmlformats.org/drawingml/2006/main">
            <a:off x="1143000" y="3257550"/>
            <a:ext cx="409575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5"/>
            </a:solidFill>
            <a:prstDash val="solid"/>
          </a:ln>
        </p:spPr>
      </p:sp>
      <p:sp>
        <p:nvSpPr>
          <p:cNvPr id="12" name="">
            <a:extLst xmlns:a="http://schemas.openxmlformats.org/drawingml/2006/main">
              <a:ext uri="{FF2B5EF4-FFF2-40B4-BE49-F238E27FC236}">
                <a16:creationId xmlns:a16="http://schemas.microsoft.com/office/drawing/2014/main" id="{F4EDA30F-CDA7-4999-8309-DAA64E480B75}"/>
              </a:ext>
            </a:extLst>
          </p:cNvPr>
          <p:cNvSpPr>
            <a:spLocks xmlns:a="http://schemas.openxmlformats.org/drawingml/2006/main" noGrp="1"/>
          </p:cNvSpPr>
          <p:nvPr/>
        </p:nvSpPr>
        <p:spPr>
          <a:xfrm xmlns:a="http://schemas.openxmlformats.org/drawingml/2006/main">
            <a:off x="1371600" y="3400425"/>
            <a:ext cx="323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006C67"/>
                </a:solidFill>
                <a:latin typeface="Hiragino Sans"/>
                <a:ea typeface="Hiragino Sans"/>
                <a:cs typeface="Hiragino Sans"/>
              </a:defRPr>
            </a:pPr>
            <a:r>
              <a:rPr sz="1950" b="1">
                <a:solidFill>
                  <a:srgbClr val="006C67"/>
                </a:solidFill>
                <a:latin typeface="Hiragino Sans"/>
                <a:ea typeface="Hiragino Sans"/>
                <a:cs typeface="Hiragino Sans"/>
              </a:rPr>
              <a:t>✓</a:t>
            </a:r>
          </a:p>
        </p:txBody>
      </p:sp>
      <p:sp>
        <p:nvSpPr>
          <p:cNvPr id="13" name="">
            <a:extLst xmlns:a="http://schemas.openxmlformats.org/drawingml/2006/main">
              <a:ext uri="{FF2B5EF4-FFF2-40B4-BE49-F238E27FC236}">
                <a16:creationId xmlns:a16="http://schemas.microsoft.com/office/drawing/2014/main" id="{3C680299-8325-4CC6-90E6-F81C90BB6F2C}"/>
              </a:ext>
            </a:extLst>
          </p:cNvPr>
          <p:cNvSpPr>
            <a:spLocks xmlns:a="http://schemas.openxmlformats.org/drawingml/2006/main" noGrp="1"/>
          </p:cNvSpPr>
          <p:nvPr/>
        </p:nvSpPr>
        <p:spPr>
          <a:xfrm xmlns:a="http://schemas.openxmlformats.org/drawingml/2006/main">
            <a:off x="1828800" y="3429000"/>
            <a:ext cx="31051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172026"/>
                </a:solidFill>
                <a:latin typeface="Hiragino Sans"/>
                <a:ea typeface="Hiragino Sans"/>
                <a:cs typeface="Hiragino Sans"/>
              </a:defRPr>
            </a:pPr>
            <a:r>
              <a:rPr sz="1725" b="1">
                <a:solidFill>
                  <a:srgbClr val="172026"/>
                </a:solidFill>
                <a:latin typeface="Hiragino Sans"/>
                <a:ea typeface="Hiragino Sans"/>
                <a:cs typeface="Hiragino Sans"/>
              </a:rPr>
              <a:t>時間内に終わるか</a:t>
            </a:r>
          </a:p>
        </p:txBody>
      </p:sp>
      <p:sp>
        <p:nvSpPr>
          <p:cNvPr id="14" name="">
            <a:extLst xmlns:a="http://schemas.openxmlformats.org/drawingml/2006/main">
              <a:ext uri="{FF2B5EF4-FFF2-40B4-BE49-F238E27FC236}">
                <a16:creationId xmlns:a16="http://schemas.microsoft.com/office/drawing/2014/main" id="{D7328F82-7BFE-49D7-8123-008A3D34FEF4}"/>
              </a:ext>
            </a:extLst>
          </p:cNvPr>
          <p:cNvSpPr>
            <a:spLocks xmlns:a="http://schemas.openxmlformats.org/drawingml/2006/main" noGrp="1"/>
          </p:cNvSpPr>
          <p:nvPr/>
        </p:nvSpPr>
        <p:spPr>
          <a:xfrm xmlns:a="http://schemas.openxmlformats.org/drawingml/2006/main">
            <a:off x="5905500" y="3257550"/>
            <a:ext cx="409575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5"/>
            </a:solidFill>
            <a:prstDash val="solid"/>
          </a:ln>
        </p:spPr>
      </p:sp>
      <p:sp>
        <p:nvSpPr>
          <p:cNvPr id="15" name="">
            <a:extLst xmlns:a="http://schemas.openxmlformats.org/drawingml/2006/main">
              <a:ext uri="{FF2B5EF4-FFF2-40B4-BE49-F238E27FC236}">
                <a16:creationId xmlns:a16="http://schemas.microsoft.com/office/drawing/2014/main" id="{81E3FCAE-4544-45DF-9CC6-8C2F6ECF11B3}"/>
              </a:ext>
            </a:extLst>
          </p:cNvPr>
          <p:cNvSpPr>
            <a:spLocks xmlns:a="http://schemas.openxmlformats.org/drawingml/2006/main" noGrp="1"/>
          </p:cNvSpPr>
          <p:nvPr/>
        </p:nvSpPr>
        <p:spPr>
          <a:xfrm xmlns:a="http://schemas.openxmlformats.org/drawingml/2006/main">
            <a:off x="6134100" y="3400425"/>
            <a:ext cx="323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006C67"/>
                </a:solidFill>
                <a:latin typeface="Hiragino Sans"/>
                <a:ea typeface="Hiragino Sans"/>
                <a:cs typeface="Hiragino Sans"/>
              </a:defRPr>
            </a:pPr>
            <a:r>
              <a:rPr sz="1950" b="1">
                <a:solidFill>
                  <a:srgbClr val="006C67"/>
                </a:solidFill>
                <a:latin typeface="Hiragino Sans"/>
                <a:ea typeface="Hiragino Sans"/>
                <a:cs typeface="Hiragino Sans"/>
              </a:rPr>
              <a:t>✓</a:t>
            </a:r>
          </a:p>
        </p:txBody>
      </p:sp>
      <p:sp>
        <p:nvSpPr>
          <p:cNvPr id="16" name="">
            <a:extLst xmlns:a="http://schemas.openxmlformats.org/drawingml/2006/main">
              <a:ext uri="{FF2B5EF4-FFF2-40B4-BE49-F238E27FC236}">
                <a16:creationId xmlns:a16="http://schemas.microsoft.com/office/drawing/2014/main" id="{599C55E4-EF70-4D83-8EF7-6CE018C88C41}"/>
              </a:ext>
            </a:extLst>
          </p:cNvPr>
          <p:cNvSpPr>
            <a:spLocks xmlns:a="http://schemas.openxmlformats.org/drawingml/2006/main" noGrp="1"/>
          </p:cNvSpPr>
          <p:nvPr/>
        </p:nvSpPr>
        <p:spPr>
          <a:xfrm xmlns:a="http://schemas.openxmlformats.org/drawingml/2006/main">
            <a:off x="6591300" y="3429000"/>
            <a:ext cx="31051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172026"/>
                </a:solidFill>
                <a:latin typeface="Hiragino Sans"/>
                <a:ea typeface="Hiragino Sans"/>
                <a:cs typeface="Hiragino Sans"/>
              </a:defRPr>
            </a:pPr>
            <a:r>
              <a:rPr sz="1725" b="1">
                <a:solidFill>
                  <a:srgbClr val="172026"/>
                </a:solidFill>
                <a:latin typeface="Hiragino Sans"/>
                <a:ea typeface="Hiragino Sans"/>
                <a:cs typeface="Hiragino Sans"/>
              </a:rPr>
              <a:t>文字は読めるか</a:t>
            </a:r>
          </a:p>
        </p:txBody>
      </p:sp>
      <p:sp>
        <p:nvSpPr>
          <p:cNvPr id="17" name="">
            <a:extLst xmlns:a="http://schemas.openxmlformats.org/drawingml/2006/main">
              <a:ext uri="{FF2B5EF4-FFF2-40B4-BE49-F238E27FC236}">
                <a16:creationId xmlns:a16="http://schemas.microsoft.com/office/drawing/2014/main" id="{1730E5A7-32B5-4BA1-9393-EBD16D74A09B}"/>
              </a:ext>
            </a:extLst>
          </p:cNvPr>
          <p:cNvSpPr>
            <a:spLocks xmlns:a="http://schemas.openxmlformats.org/drawingml/2006/main" noGrp="1"/>
          </p:cNvSpPr>
          <p:nvPr/>
        </p:nvSpPr>
        <p:spPr>
          <a:xfrm xmlns:a="http://schemas.openxmlformats.org/drawingml/2006/main">
            <a:off x="1143000" y="4248150"/>
            <a:ext cx="409575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5"/>
            </a:solidFill>
            <a:prstDash val="solid"/>
          </a:ln>
        </p:spPr>
      </p:sp>
      <p:sp>
        <p:nvSpPr>
          <p:cNvPr id="18" name="">
            <a:extLst xmlns:a="http://schemas.openxmlformats.org/drawingml/2006/main">
              <a:ext uri="{FF2B5EF4-FFF2-40B4-BE49-F238E27FC236}">
                <a16:creationId xmlns:a16="http://schemas.microsoft.com/office/drawing/2014/main" id="{BCB27362-0DAE-4795-8B0B-E5B5E6FBD8E9}"/>
              </a:ext>
            </a:extLst>
          </p:cNvPr>
          <p:cNvSpPr>
            <a:spLocks xmlns:a="http://schemas.openxmlformats.org/drawingml/2006/main" noGrp="1"/>
          </p:cNvSpPr>
          <p:nvPr/>
        </p:nvSpPr>
        <p:spPr>
          <a:xfrm xmlns:a="http://schemas.openxmlformats.org/drawingml/2006/main">
            <a:off x="1371600" y="4391025"/>
            <a:ext cx="323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006C67"/>
                </a:solidFill>
                <a:latin typeface="Hiragino Sans"/>
                <a:ea typeface="Hiragino Sans"/>
                <a:cs typeface="Hiragino Sans"/>
              </a:defRPr>
            </a:pPr>
            <a:r>
              <a:rPr sz="1950" b="1">
                <a:solidFill>
                  <a:srgbClr val="006C67"/>
                </a:solidFill>
                <a:latin typeface="Hiragino Sans"/>
                <a:ea typeface="Hiragino Sans"/>
                <a:cs typeface="Hiragino Sans"/>
              </a:rPr>
              <a:t>✓</a:t>
            </a:r>
          </a:p>
        </p:txBody>
      </p:sp>
      <p:sp>
        <p:nvSpPr>
          <p:cNvPr id="19" name="">
            <a:extLst xmlns:a="http://schemas.openxmlformats.org/drawingml/2006/main">
              <a:ext uri="{FF2B5EF4-FFF2-40B4-BE49-F238E27FC236}">
                <a16:creationId xmlns:a16="http://schemas.microsoft.com/office/drawing/2014/main" id="{711EF64A-8B38-4B1E-A241-B895789FE8BD}"/>
              </a:ext>
            </a:extLst>
          </p:cNvPr>
          <p:cNvSpPr>
            <a:spLocks xmlns:a="http://schemas.openxmlformats.org/drawingml/2006/main" noGrp="1"/>
          </p:cNvSpPr>
          <p:nvPr/>
        </p:nvSpPr>
        <p:spPr>
          <a:xfrm xmlns:a="http://schemas.openxmlformats.org/drawingml/2006/main">
            <a:off x="1828800" y="4419600"/>
            <a:ext cx="31051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172026"/>
                </a:solidFill>
                <a:latin typeface="Hiragino Sans"/>
                <a:ea typeface="Hiragino Sans"/>
                <a:cs typeface="Hiragino Sans"/>
              </a:defRPr>
            </a:pPr>
            <a:r>
              <a:rPr sz="1725" b="1">
                <a:solidFill>
                  <a:srgbClr val="172026"/>
                </a:solidFill>
                <a:latin typeface="Hiragino Sans"/>
                <a:ea typeface="Hiragino Sans"/>
                <a:cs typeface="Hiragino Sans"/>
              </a:rPr>
              <a:t>原稿を読まずに話せるか</a:t>
            </a:r>
          </a:p>
        </p:txBody>
      </p:sp>
      <p:sp>
        <p:nvSpPr>
          <p:cNvPr id="20" name="">
            <a:extLst xmlns:a="http://schemas.openxmlformats.org/drawingml/2006/main">
              <a:ext uri="{FF2B5EF4-FFF2-40B4-BE49-F238E27FC236}">
                <a16:creationId xmlns:a16="http://schemas.microsoft.com/office/drawing/2014/main" id="{67B18370-552D-4E56-98C8-221E6D9AB37D}"/>
              </a:ext>
            </a:extLst>
          </p:cNvPr>
          <p:cNvSpPr>
            <a:spLocks xmlns:a="http://schemas.openxmlformats.org/drawingml/2006/main" noGrp="1"/>
          </p:cNvSpPr>
          <p:nvPr/>
        </p:nvSpPr>
        <p:spPr>
          <a:xfrm xmlns:a="http://schemas.openxmlformats.org/drawingml/2006/main">
            <a:off x="5905500" y="4248150"/>
            <a:ext cx="409575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5"/>
            </a:solidFill>
            <a:prstDash val="solid"/>
          </a:ln>
        </p:spPr>
      </p:sp>
      <p:sp>
        <p:nvSpPr>
          <p:cNvPr id="21" name="">
            <a:extLst xmlns:a="http://schemas.openxmlformats.org/drawingml/2006/main">
              <a:ext uri="{FF2B5EF4-FFF2-40B4-BE49-F238E27FC236}">
                <a16:creationId xmlns:a16="http://schemas.microsoft.com/office/drawing/2014/main" id="{05AE6F6F-5950-4900-B8A6-E16A5954BDBD}"/>
              </a:ext>
            </a:extLst>
          </p:cNvPr>
          <p:cNvSpPr>
            <a:spLocks xmlns:a="http://schemas.openxmlformats.org/drawingml/2006/main" noGrp="1"/>
          </p:cNvSpPr>
          <p:nvPr/>
        </p:nvSpPr>
        <p:spPr>
          <a:xfrm xmlns:a="http://schemas.openxmlformats.org/drawingml/2006/main">
            <a:off x="6134100" y="4391025"/>
            <a:ext cx="323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006C67"/>
                </a:solidFill>
                <a:latin typeface="Hiragino Sans"/>
                <a:ea typeface="Hiragino Sans"/>
                <a:cs typeface="Hiragino Sans"/>
              </a:defRPr>
            </a:pPr>
            <a:r>
              <a:rPr sz="1950" b="1">
                <a:solidFill>
                  <a:srgbClr val="006C67"/>
                </a:solidFill>
                <a:latin typeface="Hiragino Sans"/>
                <a:ea typeface="Hiragino Sans"/>
                <a:cs typeface="Hiragino Sans"/>
              </a:rPr>
              <a:t>✓</a:t>
            </a:r>
          </a:p>
        </p:txBody>
      </p:sp>
      <p:sp>
        <p:nvSpPr>
          <p:cNvPr id="22" name="">
            <a:extLst xmlns:a="http://schemas.openxmlformats.org/drawingml/2006/main">
              <a:ext uri="{FF2B5EF4-FFF2-40B4-BE49-F238E27FC236}">
                <a16:creationId xmlns:a16="http://schemas.microsoft.com/office/drawing/2014/main" id="{9DB7D6C2-765C-487D-A487-32E0353EDC5E}"/>
              </a:ext>
            </a:extLst>
          </p:cNvPr>
          <p:cNvSpPr>
            <a:spLocks xmlns:a="http://schemas.openxmlformats.org/drawingml/2006/main" noGrp="1"/>
          </p:cNvSpPr>
          <p:nvPr/>
        </p:nvSpPr>
        <p:spPr>
          <a:xfrm xmlns:a="http://schemas.openxmlformats.org/drawingml/2006/main">
            <a:off x="6591300" y="4419600"/>
            <a:ext cx="31051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172026"/>
                </a:solidFill>
                <a:latin typeface="Hiragino Sans"/>
                <a:ea typeface="Hiragino Sans"/>
                <a:cs typeface="Hiragino Sans"/>
              </a:defRPr>
            </a:pPr>
            <a:r>
              <a:rPr sz="1725" b="1">
                <a:solidFill>
                  <a:srgbClr val="172026"/>
                </a:solidFill>
                <a:latin typeface="Hiragino Sans"/>
                <a:ea typeface="Hiragino Sans"/>
                <a:cs typeface="Hiragino Sans"/>
              </a:rPr>
              <a:t>質疑への返し方を準備したか</a:t>
            </a:r>
          </a:p>
        </p:txBody>
      </p:sp>
      <p:sp>
        <p:nvSpPr>
          <p:cNvPr id="23" name="">
            <a:extLst xmlns:a="http://schemas.openxmlformats.org/drawingml/2006/main">
              <a:ext uri="{FF2B5EF4-FFF2-40B4-BE49-F238E27FC236}">
                <a16:creationId xmlns:a16="http://schemas.microsoft.com/office/drawing/2014/main" id="{311EA5CA-848C-48E5-B50E-258B569BC1EE}"/>
              </a:ext>
            </a:extLst>
          </p:cNvPr>
          <p:cNvSpPr>
            <a:spLocks xmlns:a="http://schemas.openxmlformats.org/drawingml/2006/main" noGrp="1"/>
          </p:cNvSpPr>
          <p:nvPr/>
        </p:nvSpPr>
        <p:spPr>
          <a:xfrm xmlns:a="http://schemas.openxmlformats.org/drawingml/2006/main">
            <a:off x="1123950" y="5581650"/>
            <a:ext cx="8877300" cy="419100"/>
          </a:xfrm>
          <a:prstGeom xmlns:a="http://schemas.openxmlformats.org/drawingml/2006/main" prst="rect">
            <a:avLst/>
          </a:prstGeom>
          <a:solidFill xmlns:a="http://schemas.openxmlformats.org/drawingml/2006/main">
            <a:srgbClr val="DCEDEA"/>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367834E0-E185-45ED-A6F4-56F2A7C6330F}"/>
              </a:ext>
            </a:extLst>
          </p:cNvPr>
          <p:cNvSpPr>
            <a:spLocks xmlns:a="http://schemas.openxmlformats.org/drawingml/2006/main" noGrp="1"/>
          </p:cNvSpPr>
          <p:nvPr/>
        </p:nvSpPr>
        <p:spPr>
          <a:xfrm xmlns:a="http://schemas.openxmlformats.org/drawingml/2006/main">
            <a:off x="1371600" y="5686425"/>
            <a:ext cx="8382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006C67"/>
                </a:solidFill>
                <a:latin typeface="Hiragino Sans"/>
                <a:ea typeface="Hiragino Sans"/>
                <a:cs typeface="Hiragino Sans"/>
              </a:defRPr>
            </a:pPr>
            <a:r>
              <a:rPr sz="1650" b="1">
                <a:solidFill>
                  <a:srgbClr val="006C67"/>
                </a:solidFill>
                <a:latin typeface="Hiragino Sans"/>
                <a:ea typeface="Hiragino Sans"/>
                <a:cs typeface="Hiragino Sans"/>
              </a:rPr>
              <a:t>発表の目的は、すべてを話すことではなく、聴衆に次の理解を残すこと。</a:t>
            </a:r>
          </a:p>
        </p:txBody>
      </p:sp>
      <p:sp>
        <p:nvSpPr>
          <p:cNvPr id="25" name="">
            <a:extLst xmlns:a="http://schemas.openxmlformats.org/drawingml/2006/main">
              <a:ext uri="{FF2B5EF4-FFF2-40B4-BE49-F238E27FC236}">
                <a16:creationId xmlns:a16="http://schemas.microsoft.com/office/drawing/2014/main" id="{9A770169-C2BB-4D50-922A-A184C7119F16}"/>
              </a:ext>
            </a:extLst>
          </p:cNvPr>
          <p:cNvSpPr>
            <a:spLocks xmlns:a="http://schemas.openxmlformats.org/drawingml/2006/main" noGrp="1"/>
          </p:cNvSpPr>
          <p:nvPr/>
        </p:nvSpPr>
        <p:spPr>
          <a:xfrm xmlns:a="http://schemas.openxmlformats.org/drawingml/2006/main">
            <a:off x="609600" y="6324600"/>
            <a:ext cx="9620250" cy="9525"/>
          </a:xfrm>
          <a:prstGeom xmlns:a="http://schemas.openxmlformats.org/drawingml/2006/main" prst="rect">
            <a:avLst/>
          </a:prstGeom>
          <a:solidFill xmlns:a="http://schemas.openxmlformats.org/drawingml/2006/main">
            <a:srgbClr val="D8D2C5"/>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DA5A7D5F-C5AD-4E54-BD28-11BDAC9B556D}"/>
              </a:ext>
            </a:extLst>
          </p:cNvPr>
          <p:cNvSpPr>
            <a:spLocks xmlns:a="http://schemas.openxmlformats.org/drawingml/2006/main" noGrp="1"/>
          </p:cNvSpPr>
          <p:nvPr/>
        </p:nvSpPr>
        <p:spPr>
          <a:xfrm xmlns:a="http://schemas.openxmlformats.org/drawingml/2006/main">
            <a:off x="609600" y="6429375"/>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26069"/>
                </a:solidFill>
                <a:latin typeface="Hiragino Sans"/>
                <a:ea typeface="Hiragino Sans"/>
                <a:cs typeface="Hiragino Sans"/>
              </a:defRPr>
            </a:pPr>
            <a:r>
              <a:rPr sz="750" b="0">
                <a:solidFill>
                  <a:srgbClr val="526069"/>
                </a:solidFill>
                <a:latin typeface="Hiragino Sans"/>
                <a:ea typeface="Hiragino Sans"/>
                <a:cs typeface="Hiragino Sans"/>
              </a:rPr>
              <a:t>鈴木亨「学会発表の基本テクニック」日本義肢装具学会誌 26(1), 2010</a:t>
            </a:r>
          </a:p>
        </p:txBody>
      </p:sp>
      <p:sp>
        <p:nvSpPr>
          <p:cNvPr id="27" name="">
            <a:extLst xmlns:a="http://schemas.openxmlformats.org/drawingml/2006/main">
              <a:ext uri="{FF2B5EF4-FFF2-40B4-BE49-F238E27FC236}">
                <a16:creationId xmlns:a16="http://schemas.microsoft.com/office/drawing/2014/main" id="{D51278F6-86A0-4062-A6EC-53CB39395FAD}"/>
              </a:ext>
            </a:extLst>
          </p:cNvPr>
          <p:cNvSpPr>
            <a:spLocks xmlns:a="http://schemas.openxmlformats.org/drawingml/2006/main" noGrp="1"/>
          </p:cNvSpPr>
          <p:nvPr/>
        </p:nvSpPr>
        <p:spPr>
          <a:xfrm xmlns:a="http://schemas.openxmlformats.org/drawingml/2006/main">
            <a:off x="10744200" y="6372225"/>
            <a:ext cx="838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350" b="1">
                <a:solidFill>
                  <a:srgbClr val="006C67"/>
                </a:solidFill>
                <a:latin typeface="Hiragino Sans"/>
                <a:ea typeface="Hiragino Sans"/>
                <a:cs typeface="Hiragino Sans"/>
              </a:defRPr>
            </a:pPr>
            <a:r>
              <a:rPr sz="1350" b="1">
                <a:solidFill>
                  <a:srgbClr val="006C67"/>
                </a:solidFill>
                <a:latin typeface="Hiragino Sans"/>
                <a:ea typeface="Hiragino Sans"/>
                <a:cs typeface="Hiragino Sans"/>
              </a:rPr>
              <a:t>12</a:t>
            </a:r>
          </a:p>
        </p:txBody>
      </p:sp>
    </p:spTree>
    <p:extLst>
      <p:ext uri="{BB962C8B-B14F-4D97-AF65-F5344CB8AC3E}">
        <p14:creationId xmlns:p14="http://schemas.microsoft.com/office/powerpoint/2010/main" val="18644636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2026-06-14T00:52:17.1950000Z</dcterms:created>
  <dcterms:modified xsi:type="dcterms:W3CDTF">2026-06-14T00:52:17.1950000Z</dcterms:modified>
</coreProperties>
</file>